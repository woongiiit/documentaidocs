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84" r:id="rId3"/>
    <p:sldId id="258" r:id="rId4"/>
    <p:sldId id="285" r:id="rId5"/>
    <p:sldId id="286" r:id="rId6"/>
    <p:sldId id="288" r:id="rId7"/>
    <p:sldId id="287" r:id="rId8"/>
    <p:sldId id="289" r:id="rId9"/>
    <p:sldId id="290" r:id="rId10"/>
    <p:sldId id="275" r:id="rId11"/>
    <p:sldId id="277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96" y="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247BD98-4529-A259-F02E-D81C6723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92cc2d5_0_6:notes">
            <a:extLst>
              <a:ext uri="{FF2B5EF4-FFF2-40B4-BE49-F238E27FC236}">
                <a16:creationId xmlns:a16="http://schemas.microsoft.com/office/drawing/2014/main" id="{7AA92E12-EF5B-6B70-5288-CF2CD15D2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92cc2d5_0_6:notes">
            <a:extLst>
              <a:ext uri="{FF2B5EF4-FFF2-40B4-BE49-F238E27FC236}">
                <a16:creationId xmlns:a16="http://schemas.microsoft.com/office/drawing/2014/main" id="{AA1E5F06-DB52-3877-DE65-4C0812005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427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E41686A-3CC8-0996-9351-195E0163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B48E31D0-DE10-0B94-FD30-89A28344F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980D0C25-EECD-D975-C3C8-C6245A754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260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DA0A5F31-B0AB-8AF3-637F-A2844898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10315F61-1053-2A54-12C6-43B86896CF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C8889E8C-D253-F891-B1E0-9ECE414922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2742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FF60C41-73DD-2460-5525-E42A88926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A16D7EFA-046A-1A5E-1A85-AA15D1D35D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33344C55-3B80-9738-D846-23267C1899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476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0CDA188-9729-BAFC-4FE9-5E0590B9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B92E8A57-8E0E-364C-62BC-0700C70E2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B8844DDF-8385-A6B3-BF94-09757186F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9327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F06D01C3-62DD-588E-C3A3-532043DC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35C4C761-3F59-E5E2-F209-34BC47B1C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CC5D15E3-40AB-1806-206D-DAAB779AB1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575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AE60D30-1582-8672-FDB8-AB2C49BE3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73D312EA-20F6-8D7D-E709-E86CA2C0DA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E18A205B-B76D-0823-0975-77301C0C0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533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0792cc2d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0792cc2d5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0792cc2d5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0792cc2d5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oongiiit/DongComDoc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nccomdocsfront-production.up.railway.app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260</a:t>
            </a:r>
            <a:r>
              <a:rPr lang="en-US" altLang="ko" dirty="0"/>
              <a:t>520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정준호 교수님 개별연구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2020112008 이웅희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주제: 특정 사무프로세스 자동화를 위한 주요모듈 및 UI/UX개선연구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EBB0BA4-A692-5F83-418D-3EC64D1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FA51CB76-E98D-DE27-1E28-520B431F3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지난 발표 주요 내용 정리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D6D891D-80E7-D80C-243B-BEEE1F0A7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/>
              <a:buAutoNum type="arabicPeriod"/>
            </a:pPr>
            <a:r>
              <a:rPr lang="en-US" altLang="ko-KR" dirty="0"/>
              <a:t>UI/UX </a:t>
            </a:r>
            <a:r>
              <a:rPr lang="ko-KR" altLang="en-US" dirty="0"/>
              <a:t>개선 현황</a:t>
            </a:r>
            <a:endParaRPr lang="en-US" altLang="ko-KR" dirty="0"/>
          </a:p>
          <a:p>
            <a:pPr>
              <a:buFont typeface="Arial"/>
              <a:buAutoNum type="arabicPeriod"/>
            </a:pPr>
            <a:r>
              <a:rPr lang="ko-KR" altLang="en-US" dirty="0"/>
              <a:t>다중 문서 프로세스 플로우 개발</a:t>
            </a:r>
            <a:endParaRPr lang="en-US" altLang="ko-KR" dirty="0"/>
          </a:p>
          <a:p>
            <a:pPr lvl="1">
              <a:buFont typeface="Arial"/>
              <a:buAutoNum type="arabicPeriod"/>
            </a:pPr>
            <a:r>
              <a:rPr lang="ko-KR" altLang="en-US" dirty="0"/>
              <a:t>업로드 된 다중 문서들의 클러스터링</a:t>
            </a:r>
            <a:r>
              <a:rPr lang="en-US" altLang="ko-KR" dirty="0"/>
              <a:t> </a:t>
            </a:r>
            <a:r>
              <a:rPr lang="ko-KR" altLang="en-US" dirty="0"/>
              <a:t>기능의 필요성</a:t>
            </a:r>
            <a:r>
              <a:rPr lang="en-US" altLang="ko-KR" dirty="0"/>
              <a:t> </a:t>
            </a:r>
            <a:r>
              <a:rPr lang="ko-KR" altLang="en-US" dirty="0"/>
              <a:t>고찰 </a:t>
            </a:r>
            <a:r>
              <a:rPr lang="en-US" altLang="ko-KR" dirty="0"/>
              <a:t>(</a:t>
            </a:r>
            <a:r>
              <a:rPr lang="ko-KR" altLang="en-US" dirty="0"/>
              <a:t>일반 사용자의 관점에서</a:t>
            </a:r>
            <a:r>
              <a:rPr lang="en-US" altLang="ko-KR" dirty="0"/>
              <a:t>)</a:t>
            </a:r>
          </a:p>
          <a:p>
            <a:pPr lvl="1">
              <a:buFont typeface="Arial"/>
              <a:buAutoNum type="arabicPeriod"/>
            </a:pPr>
            <a:r>
              <a:rPr lang="ko-KR" altLang="en-US" dirty="0"/>
              <a:t>개발 현황</a:t>
            </a:r>
            <a:endParaRPr lang="en-US" altLang="ko-KR" dirty="0"/>
          </a:p>
          <a:p>
            <a:pPr lvl="2">
              <a:buFont typeface="Arial"/>
              <a:buAutoNum type="arabicPeriod"/>
            </a:pPr>
            <a:r>
              <a:rPr lang="ko-KR" altLang="en-US" dirty="0"/>
              <a:t>다중 문서 프로세스의 레이아웃 분석 화면</a:t>
            </a:r>
            <a:endParaRPr lang="en-US" altLang="ko-KR" dirty="0"/>
          </a:p>
          <a:p>
            <a:pPr lvl="2">
              <a:buFont typeface="Arial"/>
              <a:buAutoNum type="arabicPeriod"/>
            </a:pPr>
            <a:r>
              <a:rPr lang="ko-KR" altLang="en-US" dirty="0"/>
              <a:t>다중 문서 프로세스의 문서 처리 실행 화면</a:t>
            </a:r>
            <a:endParaRPr lang="en-US" altLang="ko-KR" dirty="0"/>
          </a:p>
          <a:p>
            <a:pPr>
              <a:buFont typeface="Arial"/>
              <a:buAutoNum type="arabicPeriod"/>
            </a:pPr>
            <a:r>
              <a:rPr lang="en-US" altLang="ko-KR" dirty="0"/>
              <a:t>05/13 </a:t>
            </a:r>
            <a:r>
              <a:rPr lang="ko-KR" altLang="en-US" dirty="0"/>
              <a:t>예정되어 있던 서면 보고를 실수로 누락하여</a:t>
            </a:r>
            <a:r>
              <a:rPr lang="en-US" altLang="ko-KR" dirty="0"/>
              <a:t>, </a:t>
            </a:r>
            <a:r>
              <a:rPr lang="ko-KR" altLang="en-US" dirty="0"/>
              <a:t>이번 자료에 내용을 통합하여 보고 드립니다</a:t>
            </a:r>
            <a:r>
              <a:rPr lang="en-US" altLang="ko-KR" dirty="0"/>
              <a:t>.</a:t>
            </a:r>
          </a:p>
          <a:p>
            <a:pPr>
              <a:buFont typeface="Arial"/>
              <a:buAutoNum type="arabicPeriod"/>
            </a:pPr>
            <a:endParaRPr lang="en-US" altLang="ko-KR" dirty="0"/>
          </a:p>
          <a:p>
            <a:pPr lvl="2">
              <a:buFont typeface="Arial"/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8100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오늘 발표 주요 내용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/>
              <a:buAutoNum type="arabicPeriod"/>
            </a:pPr>
            <a:r>
              <a:rPr lang="en-US" altLang="ko-KR" dirty="0"/>
              <a:t>UI/UX </a:t>
            </a:r>
            <a:r>
              <a:rPr lang="ko-KR" altLang="en-US" dirty="0"/>
              <a:t>개선 현황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>
              <a:buFont typeface="Arial"/>
              <a:buAutoNum type="arabicPeriod"/>
            </a:pPr>
            <a:r>
              <a:rPr lang="ko-KR" altLang="en-US" dirty="0"/>
              <a:t>공지사항 </a:t>
            </a:r>
            <a:r>
              <a:rPr lang="en-US" altLang="ko-KR" dirty="0"/>
              <a:t>CRUD </a:t>
            </a:r>
            <a:r>
              <a:rPr lang="ko-KR" altLang="en-US" dirty="0"/>
              <a:t>가능한 관리자 페이지 </a:t>
            </a:r>
            <a:r>
              <a:rPr lang="en-US" altLang="ko-KR" dirty="0"/>
              <a:t>UI </a:t>
            </a:r>
            <a:r>
              <a:rPr lang="ko-KR" altLang="en-US" dirty="0"/>
              <a:t>개발</a:t>
            </a:r>
            <a:endParaRPr lang="en-US" altLang="ko-KR" dirty="0"/>
          </a:p>
          <a:p>
            <a:pPr>
              <a:buFont typeface="Arial"/>
              <a:buAutoNum type="arabicPeriod"/>
            </a:pPr>
            <a:r>
              <a:rPr lang="en-US" altLang="ko-KR" dirty="0"/>
              <a:t>Git-Railway CI/CD </a:t>
            </a:r>
            <a:r>
              <a:rPr lang="ko-KR" altLang="en-US" dirty="0"/>
              <a:t>파이프라인 활용 배포</a:t>
            </a:r>
            <a:endParaRPr lang="en-US" altLang="ko-K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DFB8CB5-D9EE-5461-75F6-B8639DE0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F5AE9DDF-A291-1662-F226-BC9F0800B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ko-KR" dirty="0"/>
              <a:t>UI/UX</a:t>
            </a:r>
            <a:r>
              <a:rPr lang="ko-KR" altLang="en-US" dirty="0"/>
              <a:t> 개선 현황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E484F405-F52E-E888-B19E-2AB4E474E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982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None/>
            </a:pPr>
            <a:r>
              <a:rPr lang="en-US" altLang="ko-KR" sz="1100" dirty="0"/>
              <a:t>1. </a:t>
            </a:r>
            <a:r>
              <a:rPr lang="ko-KR" altLang="en-US" sz="1100" dirty="0"/>
              <a:t>기존 대비 더 명확히 스키마를 볼 수 있는 </a:t>
            </a:r>
            <a:r>
              <a:rPr lang="en-US" altLang="ko-KR" sz="1100" dirty="0"/>
              <a:t>UI </a:t>
            </a:r>
            <a:r>
              <a:rPr lang="ko-KR" altLang="en-US" sz="1100" dirty="0"/>
              <a:t>적용</a:t>
            </a:r>
            <a:endParaRPr lang="en-US" altLang="ko-KR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69177EE-B51D-4D66-F275-6D6455E52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652" y="1440923"/>
            <a:ext cx="6826585" cy="361423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464C956-9263-8D59-8192-468FD126973A}"/>
              </a:ext>
            </a:extLst>
          </p:cNvPr>
          <p:cNvSpPr/>
          <p:nvPr/>
        </p:nvSpPr>
        <p:spPr>
          <a:xfrm>
            <a:off x="2482229" y="2571750"/>
            <a:ext cx="4179542" cy="7845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762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65A86BA8-9A1A-69FE-ED6B-FAFE4F9D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3A25E59B-FD3A-295C-A938-8A0EA72B4A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ko-KR" dirty="0"/>
              <a:t>UI/UX</a:t>
            </a:r>
            <a:r>
              <a:rPr lang="ko-KR" altLang="en-US" dirty="0"/>
              <a:t> 개선 현황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6D1E8193-B21A-CD04-8C84-41B43CCEA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982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None/>
            </a:pPr>
            <a:r>
              <a:rPr lang="en-US" altLang="ko-KR" sz="1100" dirty="0"/>
              <a:t>2. </a:t>
            </a:r>
            <a:r>
              <a:rPr lang="ko-KR" altLang="en-US" sz="1100" dirty="0"/>
              <a:t>관리자 페이지 모니터링 대시보드 추가</a:t>
            </a:r>
            <a:endParaRPr lang="en-US" altLang="ko-KR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9F477E-F1A2-1F8F-9C5E-552EB0DA0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87" y="1512524"/>
            <a:ext cx="6621426" cy="348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1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B97AC30-A8C3-33EB-F96D-B29C14A9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36A2270D-7C67-44A1-F088-4AEDBA524A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ko-KR" dirty="0"/>
              <a:t>UI/UX</a:t>
            </a:r>
            <a:r>
              <a:rPr lang="ko-KR" altLang="en-US" dirty="0"/>
              <a:t> 개선 현황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A66C23B-6B62-865F-BEDB-E3801E96D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982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None/>
            </a:pPr>
            <a:r>
              <a:rPr lang="en-US" altLang="ko-KR" sz="1100" dirty="0"/>
              <a:t>4. </a:t>
            </a:r>
            <a:r>
              <a:rPr lang="ko-KR" altLang="en-US" sz="1100" dirty="0"/>
              <a:t>스키마에 마우스 커버 </a:t>
            </a:r>
            <a:r>
              <a:rPr lang="ko-KR" altLang="en-US" sz="1100" dirty="0" err="1"/>
              <a:t>호버링</a:t>
            </a:r>
            <a:r>
              <a:rPr lang="ko-KR" altLang="en-US" sz="1100" dirty="0"/>
              <a:t> 시</a:t>
            </a:r>
            <a:r>
              <a:rPr lang="en-US" altLang="ko-KR" sz="1100" dirty="0"/>
              <a:t>, </a:t>
            </a:r>
            <a:r>
              <a:rPr lang="ko-KR" altLang="en-US" sz="1100" dirty="0"/>
              <a:t>다른 </a:t>
            </a:r>
            <a:r>
              <a:rPr lang="ko-KR" altLang="en-US" sz="1100" dirty="0" err="1"/>
              <a:t>바운딩</a:t>
            </a:r>
            <a:r>
              <a:rPr lang="ko-KR" altLang="en-US" sz="1100" dirty="0"/>
              <a:t> 박스가 연해지고</a:t>
            </a:r>
            <a:r>
              <a:rPr lang="en-US" altLang="ko-KR" sz="1100" dirty="0"/>
              <a:t>, </a:t>
            </a:r>
            <a:r>
              <a:rPr lang="ko-KR" altLang="en-US" sz="1100" dirty="0"/>
              <a:t>해당 스키마의 </a:t>
            </a:r>
            <a:r>
              <a:rPr lang="ko-KR" altLang="en-US" sz="1100" dirty="0" err="1"/>
              <a:t>바운딩</a:t>
            </a:r>
            <a:r>
              <a:rPr lang="ko-KR" altLang="en-US" sz="1100" dirty="0"/>
              <a:t> 박스가 진해지도록 </a:t>
            </a:r>
            <a:r>
              <a:rPr lang="en-US" altLang="ko-KR" sz="1100" dirty="0"/>
              <a:t>UX </a:t>
            </a:r>
            <a:r>
              <a:rPr lang="ko-KR" altLang="en-US" sz="1100" dirty="0"/>
              <a:t>개선</a:t>
            </a:r>
            <a:endParaRPr lang="en-US" altLang="ko-KR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1681B8-46BA-2204-BE87-F12D742C6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92" y="1512524"/>
            <a:ext cx="4612477" cy="341899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A439797-60A6-BD12-14FB-67A52C23C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548" y="1629999"/>
            <a:ext cx="4261599" cy="326153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C6794748-8DC2-FA52-B3B2-70205095869C}"/>
              </a:ext>
            </a:extLst>
          </p:cNvPr>
          <p:cNvSpPr/>
          <p:nvPr/>
        </p:nvSpPr>
        <p:spPr>
          <a:xfrm>
            <a:off x="3975923" y="3609753"/>
            <a:ext cx="905070" cy="3489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81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5422A56-289C-2AD6-57C0-AC0DC9DA4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5539042D-AD5A-B27A-1E57-0AF9DF75D6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공지사항 </a:t>
            </a:r>
            <a:r>
              <a:rPr lang="en-US" altLang="ko-KR" dirty="0"/>
              <a:t>CRUD </a:t>
            </a:r>
            <a:r>
              <a:rPr lang="ko-KR" altLang="en-US" dirty="0"/>
              <a:t>가능한 관리자 페이지 </a:t>
            </a:r>
            <a:r>
              <a:rPr lang="en-US" altLang="ko-KR" dirty="0"/>
              <a:t>UI </a:t>
            </a:r>
            <a:r>
              <a:rPr lang="ko-KR" altLang="en-US" dirty="0"/>
              <a:t>개발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E2862088-21C3-F242-614A-E003E57F93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982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None/>
            </a:pPr>
            <a:r>
              <a:rPr lang="en-US" altLang="ko-KR" sz="1100" dirty="0"/>
              <a:t>1. </a:t>
            </a:r>
            <a:r>
              <a:rPr lang="en-US" altLang="ko-KR" sz="1100" dirty="0" err="1"/>
              <a:t>Psql</a:t>
            </a:r>
            <a:r>
              <a:rPr lang="en-US" altLang="ko-KR" sz="1100" dirty="0"/>
              <a:t> DB </a:t>
            </a:r>
            <a:r>
              <a:rPr lang="ko-KR" altLang="en-US" sz="1100" dirty="0"/>
              <a:t>구축</a:t>
            </a:r>
            <a:endParaRPr lang="en-US" altLang="ko-KR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5F5140-6CFF-6B2B-A3AC-7CDA9883B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865" y="1404869"/>
            <a:ext cx="6443330" cy="337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79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870B053-6DF2-CCF2-F8E8-40B5F359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C5FBC3DD-0373-86E2-B33E-5DC8C562BA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ko-KR" dirty="0"/>
              <a:t>Git-Railway CI/CD </a:t>
            </a:r>
            <a:r>
              <a:rPr lang="ko-KR" altLang="en-US" dirty="0"/>
              <a:t>파이프라인 활용 배포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150ABBE-6F6C-841B-91CA-9CD6B73696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982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825500" lvl="1" indent="-228600">
              <a:buAutoNum type="arabicPeriod"/>
            </a:pPr>
            <a:r>
              <a:rPr lang="en-US" altLang="ko-KR" sz="1100" dirty="0"/>
              <a:t>Git </a:t>
            </a:r>
            <a:r>
              <a:rPr lang="ko-KR" altLang="en-US" sz="1100" dirty="0" err="1"/>
              <a:t>레포지토리</a:t>
            </a:r>
            <a:r>
              <a:rPr lang="ko-KR" altLang="en-US" sz="1100" dirty="0"/>
              <a:t> 업로드 후 </a:t>
            </a:r>
            <a:r>
              <a:rPr lang="en-US" altLang="ko-KR" sz="1100" dirty="0"/>
              <a:t>Railway</a:t>
            </a:r>
            <a:r>
              <a:rPr lang="ko-KR" altLang="en-US" sz="1100" dirty="0"/>
              <a:t>로 연동하여 배포</a:t>
            </a:r>
            <a:endParaRPr lang="en-US" altLang="ko-KR" sz="1100" dirty="0"/>
          </a:p>
          <a:p>
            <a:pPr marL="825500" lvl="1" indent="-228600">
              <a:buAutoNum type="arabicPeriod"/>
            </a:pPr>
            <a:r>
              <a:rPr lang="ko-KR" altLang="en-US" sz="1100" dirty="0"/>
              <a:t>모델 사용은</a:t>
            </a:r>
            <a:r>
              <a:rPr lang="en-US" altLang="ko-KR" sz="1100" dirty="0"/>
              <a:t> </a:t>
            </a:r>
            <a:r>
              <a:rPr lang="ko-KR" altLang="en-US" sz="1100" dirty="0"/>
              <a:t>로컬</a:t>
            </a:r>
            <a:r>
              <a:rPr lang="en-US" altLang="ko-KR" sz="1100" dirty="0"/>
              <a:t>PC</a:t>
            </a:r>
            <a:r>
              <a:rPr lang="ko-KR" altLang="en-US" sz="1100" dirty="0"/>
              <a:t>에 </a:t>
            </a:r>
            <a:r>
              <a:rPr lang="en-US" altLang="ko-KR" sz="1100" dirty="0" err="1"/>
              <a:t>vllm</a:t>
            </a:r>
            <a:r>
              <a:rPr lang="ko-KR" altLang="en-US" sz="1100" dirty="0"/>
              <a:t>으로 띄운 포트를 </a:t>
            </a:r>
            <a:r>
              <a:rPr lang="en-US" altLang="ko-KR" sz="1100" dirty="0" err="1"/>
              <a:t>cloudflare</a:t>
            </a:r>
            <a:r>
              <a:rPr lang="en-US" altLang="ko-KR" sz="1100" dirty="0"/>
              <a:t> </a:t>
            </a:r>
            <a:r>
              <a:rPr lang="en-US" altLang="ko-KR" sz="1100" dirty="0" err="1"/>
              <a:t>turnnel</a:t>
            </a:r>
            <a:r>
              <a:rPr lang="ko-KR" altLang="en-US" sz="1100" dirty="0"/>
              <a:t>로 개방 후 </a:t>
            </a:r>
            <a:r>
              <a:rPr lang="en-US" altLang="ko-KR" sz="1100" dirty="0"/>
              <a:t>key</a:t>
            </a:r>
            <a:r>
              <a:rPr lang="ko-KR" altLang="en-US" sz="1100" dirty="0"/>
              <a:t>값을 </a:t>
            </a:r>
            <a:r>
              <a:rPr lang="en-US" altLang="ko-KR" sz="1100" dirty="0"/>
              <a:t>Railway backend </a:t>
            </a:r>
            <a:r>
              <a:rPr lang="ko-KR" altLang="en-US" sz="1100" dirty="0"/>
              <a:t>환경변수에 추가하여 사용 가능하도록 유지</a:t>
            </a:r>
            <a:r>
              <a:rPr lang="en-US" altLang="ko-KR" sz="1100" dirty="0"/>
              <a:t>(PC </a:t>
            </a:r>
            <a:r>
              <a:rPr lang="ko-KR" altLang="en-US" sz="1100" dirty="0"/>
              <a:t>상시 가동 상태 유지</a:t>
            </a:r>
            <a:r>
              <a:rPr lang="en-US" altLang="ko-KR" sz="1100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710A31-D0E6-311B-2763-9EA42FC12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87" y="1876647"/>
            <a:ext cx="3229281" cy="31467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C57C3C5-EC82-3C51-BBB0-9043D0BBB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402" y="2103648"/>
            <a:ext cx="5164885" cy="274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8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BF278122-A8F0-7B98-CD2D-AAB335A6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8BA79169-7001-E778-9AB7-878F11D4FD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ko-KR" dirty="0"/>
              <a:t>Git-Railway CI/CD </a:t>
            </a:r>
            <a:r>
              <a:rPr lang="ko-KR" altLang="en-US" dirty="0"/>
              <a:t>파이프라인 활용 배포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1E9D3683-5811-9EEE-6A8D-47C8BAFB8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982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None/>
            </a:pPr>
            <a:r>
              <a:rPr lang="en-US" altLang="ko-KR" sz="1100" dirty="0"/>
              <a:t>Git repository: </a:t>
            </a:r>
            <a:r>
              <a:rPr lang="en-US" altLang="ko-KR" sz="1100" dirty="0">
                <a:hlinkClick r:id="rId3"/>
              </a:rPr>
              <a:t>https://github.com/woongiiit/DongComDocs</a:t>
            </a:r>
            <a:endParaRPr lang="en-US" altLang="ko-KR" sz="1100" dirty="0"/>
          </a:p>
          <a:p>
            <a:pPr marL="596900" lvl="1" indent="0">
              <a:buNone/>
            </a:pPr>
            <a:r>
              <a:rPr lang="ko-KR" altLang="en-US" sz="1100" dirty="0"/>
              <a:t>배포 </a:t>
            </a:r>
            <a:r>
              <a:rPr lang="en-US" altLang="ko-KR" sz="1100" dirty="0"/>
              <a:t>URL: </a:t>
            </a:r>
            <a:r>
              <a:rPr lang="en-US" altLang="ko-KR" sz="1100" dirty="0">
                <a:hlinkClick r:id="rId4"/>
              </a:rPr>
              <a:t>https://donccomdocsfront-production.up.railway.app/</a:t>
            </a:r>
            <a:endParaRPr lang="en-US" altLang="ko-KR" sz="1100" dirty="0"/>
          </a:p>
          <a:p>
            <a:pPr marL="596900" lvl="1" indent="0">
              <a:buNone/>
            </a:pPr>
            <a:r>
              <a:rPr lang="ko-KR" altLang="en-US" sz="1100" dirty="0"/>
              <a:t>관리자 계정 혹은 일반 사용자 계정이 필요한데</a:t>
            </a:r>
            <a:r>
              <a:rPr lang="en-US" altLang="ko-KR" sz="1100" dirty="0"/>
              <a:t>, </a:t>
            </a:r>
            <a:r>
              <a:rPr lang="ko-KR" altLang="en-US" sz="1100" dirty="0"/>
              <a:t>회원가입 기능을 따로 만들어두지 않았습니다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동국대 </a:t>
            </a:r>
            <a:r>
              <a:rPr lang="en-US" altLang="ko-KR" sz="1100" dirty="0" err="1"/>
              <a:t>Ndrims</a:t>
            </a:r>
            <a:r>
              <a:rPr lang="en-US" altLang="ko-KR" sz="1100" dirty="0"/>
              <a:t> </a:t>
            </a:r>
            <a:r>
              <a:rPr lang="ko-KR" altLang="en-US" sz="1100" dirty="0"/>
              <a:t>계정 </a:t>
            </a:r>
            <a:r>
              <a:rPr lang="en-US" altLang="ko-KR" sz="1100" dirty="0"/>
              <a:t>DB</a:t>
            </a:r>
            <a:r>
              <a:rPr lang="ko-KR" altLang="en-US" sz="1100" dirty="0"/>
              <a:t>를 그대로 가져다 쓴다는 논리이므로</a:t>
            </a:r>
            <a:r>
              <a:rPr lang="en-US" altLang="ko-KR" sz="1100" dirty="0"/>
              <a:t>, </a:t>
            </a:r>
            <a:r>
              <a:rPr lang="ko-KR" altLang="en-US" sz="1100" dirty="0"/>
              <a:t>교수님께서 확인하실 때는</a:t>
            </a:r>
            <a:r>
              <a:rPr lang="en-US" altLang="ko-KR" sz="1100" dirty="0"/>
              <a:t>, </a:t>
            </a:r>
            <a:br>
              <a:rPr lang="en-US" altLang="ko-KR" sz="1100" dirty="0"/>
            </a:br>
            <a:r>
              <a:rPr lang="en-US" altLang="ko-KR" sz="1100" dirty="0"/>
              <a:t>ID: 2020112008</a:t>
            </a:r>
          </a:p>
          <a:p>
            <a:pPr marL="596900" lvl="1" indent="0">
              <a:buNone/>
            </a:pPr>
            <a:r>
              <a:rPr lang="en-US" altLang="ko-KR" sz="1100" dirty="0"/>
              <a:t>PW: cdmaluh@5500</a:t>
            </a:r>
            <a:r>
              <a:rPr lang="ko-KR" altLang="en-US" sz="1100" dirty="0"/>
              <a:t> 으로 로그인 하시면</a:t>
            </a:r>
            <a:r>
              <a:rPr lang="en-US" altLang="ko-KR" sz="1100" dirty="0"/>
              <a:t>, </a:t>
            </a:r>
            <a:r>
              <a:rPr lang="ko-KR" altLang="en-US" sz="1100" dirty="0"/>
              <a:t>관리자 페이지에서 보실 수 있으십니다</a:t>
            </a:r>
            <a:r>
              <a:rPr lang="en-US" altLang="ko-KR" sz="1100" dirty="0"/>
              <a:t>.</a:t>
            </a:r>
          </a:p>
          <a:p>
            <a:pPr marL="596900" lvl="1" indent="0">
              <a:buNone/>
            </a:pP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3233970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차주 상세 계획</a:t>
            </a:r>
            <a:endParaRPr dirty="0"/>
          </a:p>
        </p:txBody>
      </p:sp>
      <p:sp>
        <p:nvSpPr>
          <p:cNvPr id="170" name="Google Shape;17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" dirty="0"/>
              <a:t>5</a:t>
            </a:r>
            <a:r>
              <a:rPr lang="ko" dirty="0"/>
              <a:t>월 </a:t>
            </a:r>
            <a:r>
              <a:rPr lang="en-US" altLang="ko" dirty="0"/>
              <a:t>4</a:t>
            </a:r>
            <a:r>
              <a:rPr lang="ko" dirty="0"/>
              <a:t>주차</a:t>
            </a:r>
            <a:endParaRPr lang="en-US" altLang="ko" dirty="0"/>
          </a:p>
          <a:p>
            <a:pPr lvl="1" indent="-342900">
              <a:buSzPts val="1800"/>
              <a:buChar char="●"/>
            </a:pPr>
            <a:r>
              <a:rPr lang="ko-KR" altLang="en-US" dirty="0"/>
              <a:t>목표</a:t>
            </a:r>
            <a:r>
              <a:rPr lang="en-US" altLang="ko-KR" dirty="0"/>
              <a:t>: </a:t>
            </a:r>
            <a:r>
              <a:rPr lang="ko-KR" altLang="en-US" dirty="0"/>
              <a:t>배포 성능 고도화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r>
              <a:rPr lang="ko-KR" altLang="en-US" dirty="0"/>
              <a:t>배포</a:t>
            </a:r>
            <a:r>
              <a:rPr lang="en-US" altLang="ko-KR" dirty="0"/>
              <a:t> </a:t>
            </a:r>
            <a:r>
              <a:rPr lang="ko-KR" altLang="en-US" dirty="0"/>
              <a:t>환경에서의 시간 측정을 위한 </a:t>
            </a:r>
            <a:r>
              <a:rPr lang="ko-KR" altLang="en-US" dirty="0" err="1"/>
              <a:t>로거</a:t>
            </a:r>
            <a:r>
              <a:rPr lang="ko-KR" altLang="en-US" dirty="0"/>
              <a:t> 개발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r>
              <a:rPr lang="ko-KR" altLang="en-US" dirty="0"/>
              <a:t>관리자 페이지 </a:t>
            </a:r>
            <a:r>
              <a:rPr lang="en-US" altLang="ko-KR" dirty="0"/>
              <a:t>– </a:t>
            </a:r>
            <a:r>
              <a:rPr lang="ko-KR" altLang="en-US" dirty="0"/>
              <a:t>성능평가 프로세스 자동화를 위한 단일 문서 </a:t>
            </a:r>
            <a:r>
              <a:rPr lang="en-US" altLang="ko-KR" dirty="0"/>
              <a:t>Hugging Face API</a:t>
            </a:r>
            <a:r>
              <a:rPr lang="ko-KR" altLang="en-US" dirty="0"/>
              <a:t> 호출 후 결과 비교 페이지 개발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r>
              <a:rPr lang="ko-KR" altLang="en-US" dirty="0"/>
              <a:t>프롬프트 엔지니어링으로는 성능 개선에 제한이 있으므로</a:t>
            </a:r>
            <a:r>
              <a:rPr lang="en-US" altLang="ko-KR" dirty="0"/>
              <a:t>, OCR-free </a:t>
            </a:r>
            <a:r>
              <a:rPr lang="ko-KR" altLang="en-US" dirty="0"/>
              <a:t>형태의  </a:t>
            </a:r>
            <a:r>
              <a:rPr lang="en-US" altLang="ko-KR" dirty="0"/>
              <a:t>Naver Donut </a:t>
            </a:r>
            <a:r>
              <a:rPr lang="ko-KR" altLang="en-US" dirty="0"/>
              <a:t>모델 차용 방안 검토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endParaRPr lang="en-US" altLang="ko-K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끝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349</Words>
  <Application>Microsoft Office PowerPoint</Application>
  <PresentationFormat>화면 슬라이드 쇼(16:9)</PresentationFormat>
  <Paragraphs>40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260520</vt:lpstr>
      <vt:lpstr>지난 발표 주요 내용 정리</vt:lpstr>
      <vt:lpstr>오늘 발표 주요 내용</vt:lpstr>
      <vt:lpstr>UI/UX 개선 현황</vt:lpstr>
      <vt:lpstr>UI/UX 개선 현황</vt:lpstr>
      <vt:lpstr>UI/UX 개선 현황</vt:lpstr>
      <vt:lpstr>공지사항 CRUD 가능한 관리자 페이지 UI 개발</vt:lpstr>
      <vt:lpstr>Git-Railway CI/CD 파이프라인 활용 배포</vt:lpstr>
      <vt:lpstr>Git-Railway CI/CD 파이프라인 활용 배포</vt:lpstr>
      <vt:lpstr>차주 상세 계획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WoongHee Lee</cp:lastModifiedBy>
  <cp:revision>134</cp:revision>
  <dcterms:modified xsi:type="dcterms:W3CDTF">2026-05-19T04:32:15Z</dcterms:modified>
</cp:coreProperties>
</file>