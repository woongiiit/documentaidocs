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6BAAA4-AA2B-4C02-7ADF-1DF43AC20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1E42BA-E59A-9FCC-1E46-E225CFAF9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0FCE67-8791-0049-6EC4-BB452542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21C52D-AE06-3895-FE42-E813B79A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1C604-393F-054A-48BA-318D2F7F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03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4CC91-B70F-05B9-1590-12512A5A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FFD2E7-CE57-85BA-401A-7D29C4219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D63C19-A330-31BB-E430-92130F49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444ED1-3AA5-6276-0A4E-10998561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6DF36B-16CE-D1B2-0D53-C6891CB1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63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14C42-C81C-7C17-07A3-EEDFDF9A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D036E3-B12F-25A3-0C4A-5AF0E3CF1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53E8D-4296-C638-0610-309FEB81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50CFC-420A-BADC-916C-C44871B4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7D29E-21A7-9776-E2F9-BC0CEAEA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27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4A612-6D35-9FC0-53A8-A5AC6E89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011C7-3E9D-D49A-A423-5E623E0BD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D45586-A96D-DE58-30AE-01A997CF8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D6999-6AF9-7A0B-BCB0-138B064AA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9EFFD9-A585-4947-47C9-01DDCF66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2DC54E-55B5-2C0E-B542-A9E8BB1E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28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82C78-CE93-E54F-3AD6-BE980FB8B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DE889A-3E34-E965-0C46-FAA87E6CC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0F7D71-B279-1809-396C-179D62196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30074B-C592-26F7-76D8-DBD7E1834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7A0357-2E28-3A6E-7F7F-177BD1F12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4CFF22-9472-465E-C6F1-5ADA2877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1FBEE2-573C-6391-429D-B98AA064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FE5EE7-BC2D-1486-3256-BE66AA95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24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A8B42-946D-DA9E-DFF2-61B97392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4116BD-A6C9-82F6-AA3C-3C0475F3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BE487F-8747-6F3B-BB7F-BE5CA191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D8713F-1E1E-14BC-A5B5-67C68845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90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B41BD0-5DC1-0A02-E697-F9E81CA2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15A975-FCF5-050D-4B20-0405E7CA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28A94-190E-EA5D-33BC-22519F48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23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F5FD1-ABC5-8DC9-74C4-A4B24619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71E85-4001-A7CE-E125-9E7723A91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F9C26E-6BD3-F301-F9AA-74F8D5CD4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F39F2D-2C64-A82B-32D1-064D399B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66CFF7-6345-580C-22A2-94D5C566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173CCA-AE55-534C-FEC6-5F341322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98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BFB3D-BD82-DD24-026F-965CA528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6A1E73-7AAC-223C-E594-10126FE0B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7F716B-2CBC-6A78-29C6-BCE706035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293B09-FE2F-DF84-B6BA-FB156270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ED629-60BB-09F7-CBC1-686EE904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2047FB-5FDA-EEDE-BF6F-1CC43AD4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60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48C2C-467F-6BD4-8301-EF8EB4EA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CD64F8-F881-C9C5-C15D-BB55B5967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93262E-C27B-9EA2-C000-8DFF6949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1E4377-60D5-5498-180B-C389C910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D7A499-C139-B232-24ED-0EC4C251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06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236FAF-2737-6274-0B68-352AB4FEF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00F399-4AE1-8FBD-6B45-D99C9ED81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F25AC-2144-1268-D5CF-A0C5028B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B28FA8-E8D2-9703-46D9-F4BF7582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E3597-8EB3-2997-8C9E-4543653A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5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04063-ADCC-FEF5-F7AE-C474AEFA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1E9FE9-77AC-DF3A-8806-949D36BA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3CC83C-5B6E-0461-3CB0-E83466DEA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E6EC9-D134-422A-B055-2D7D8371F4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92449-C910-240A-41E9-CA8766441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EBB57-3333-3017-D623-D9DE0EB6E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3760E-F304-488B-944E-733DED83B5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85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7D4D1-137A-2F14-208F-B96C6F175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개별연구 주제발표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B9835F-99FC-75D2-F92E-856901049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2026.03.10</a:t>
            </a:r>
          </a:p>
          <a:p>
            <a:r>
              <a:rPr lang="ko-KR" altLang="en-US" dirty="0"/>
              <a:t>컴퓨터공학전공</a:t>
            </a:r>
            <a:endParaRPr lang="en-US" altLang="ko-KR" dirty="0"/>
          </a:p>
          <a:p>
            <a:r>
              <a:rPr lang="en-US" altLang="ko-KR" dirty="0"/>
              <a:t>2020112008 </a:t>
            </a:r>
            <a:r>
              <a:rPr lang="ko-KR" altLang="en-US" dirty="0"/>
              <a:t>이웅희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6266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A5560-EF45-74F3-875B-B10D50BF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9A133-8C76-106B-82D6-CE653847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특정 사무프로세스 자동화를 위한 </a:t>
            </a:r>
            <a:r>
              <a:rPr lang="ko-KR" altLang="en-US" dirty="0" err="1"/>
              <a:t>주요모듈</a:t>
            </a:r>
            <a:r>
              <a:rPr lang="ko-KR" altLang="en-US" dirty="0"/>
              <a:t> 및 </a:t>
            </a:r>
            <a:r>
              <a:rPr lang="en-US" altLang="ko-KR" dirty="0"/>
              <a:t>UI/UX</a:t>
            </a:r>
            <a:r>
              <a:rPr lang="ko-KR" altLang="en-US" dirty="0"/>
              <a:t>개선연구</a:t>
            </a:r>
            <a:endParaRPr lang="en-US" altLang="ko-KR" dirty="0"/>
          </a:p>
          <a:p>
            <a:pPr lvl="1"/>
            <a:r>
              <a:rPr lang="ko-KR" altLang="en-US" dirty="0"/>
              <a:t>사무 프로세스의 예시</a:t>
            </a:r>
            <a:r>
              <a:rPr lang="en-US" altLang="ko-KR" dirty="0"/>
              <a:t>: </a:t>
            </a:r>
            <a:r>
              <a:rPr lang="ko-KR" altLang="en-US" dirty="0"/>
              <a:t>졸업판정</a:t>
            </a:r>
            <a:r>
              <a:rPr lang="en-US" altLang="ko-KR" dirty="0"/>
              <a:t>, </a:t>
            </a:r>
            <a:r>
              <a:rPr lang="ko-KR" altLang="en-US" dirty="0"/>
              <a:t>취업사실확인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공통적인 특징</a:t>
            </a:r>
            <a:endParaRPr lang="en-US" altLang="ko-KR" dirty="0"/>
          </a:p>
          <a:p>
            <a:pPr lvl="2"/>
            <a:r>
              <a:rPr lang="ko-KR" altLang="en-US" dirty="0"/>
              <a:t>입력</a:t>
            </a:r>
            <a:r>
              <a:rPr lang="en-US" altLang="ko-KR" dirty="0"/>
              <a:t>: </a:t>
            </a:r>
            <a:r>
              <a:rPr lang="ko-KR" altLang="en-US" dirty="0"/>
              <a:t>단일 혹은 복수의 문서</a:t>
            </a:r>
            <a:endParaRPr lang="en-US" altLang="ko-KR" dirty="0"/>
          </a:p>
          <a:p>
            <a:pPr lvl="2"/>
            <a:r>
              <a:rPr lang="ko-KR" altLang="en-US" dirty="0"/>
              <a:t>출력</a:t>
            </a:r>
            <a:r>
              <a:rPr lang="en-US" altLang="ko-KR" dirty="0"/>
              <a:t>: </a:t>
            </a:r>
            <a:r>
              <a:rPr lang="ko-KR" altLang="en-US" dirty="0"/>
              <a:t>입력에 기반하여 도출되는 결과값</a:t>
            </a:r>
            <a:r>
              <a:rPr lang="en-US" altLang="ko-KR" dirty="0"/>
              <a:t>(</a:t>
            </a:r>
            <a:r>
              <a:rPr lang="ko-KR" altLang="en-US" dirty="0"/>
              <a:t>합격</a:t>
            </a:r>
            <a:r>
              <a:rPr lang="en-US" altLang="ko-KR" dirty="0"/>
              <a:t>,</a:t>
            </a:r>
            <a:r>
              <a:rPr lang="ko-KR" altLang="en-US" dirty="0"/>
              <a:t>인정 등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과정 중에 </a:t>
            </a:r>
            <a:r>
              <a:rPr lang="en-US" altLang="ko-KR" dirty="0"/>
              <a:t>Human check </a:t>
            </a:r>
            <a:r>
              <a:rPr lang="ko-KR" altLang="en-US" dirty="0"/>
              <a:t>존재</a:t>
            </a:r>
          </a:p>
        </p:txBody>
      </p:sp>
    </p:spTree>
    <p:extLst>
      <p:ext uri="{BB962C8B-B14F-4D97-AF65-F5344CB8AC3E}">
        <p14:creationId xmlns:p14="http://schemas.microsoft.com/office/powerpoint/2010/main" val="105901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D9FDB-81FB-EBA1-9CA6-AE23B065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EA7BF6-7F0C-D194-B92B-070C3847E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특정 분야 혹은 문서에 국한되지 않는 범용성</a:t>
            </a:r>
            <a:endParaRPr lang="en-US" altLang="ko-KR" dirty="0"/>
          </a:p>
          <a:p>
            <a:pPr lvl="1"/>
            <a:r>
              <a:rPr lang="ko-KR" altLang="en-US" dirty="0"/>
              <a:t>문서 양식을 </a:t>
            </a:r>
            <a:r>
              <a:rPr lang="en-US" altLang="ko-KR" dirty="0"/>
              <a:t>JPG, PDF</a:t>
            </a:r>
            <a:r>
              <a:rPr lang="ko-KR" altLang="en-US" dirty="0"/>
              <a:t>등으로 </a:t>
            </a:r>
            <a:r>
              <a:rPr lang="ko-KR" altLang="en-US" dirty="0" err="1"/>
              <a:t>입력받아</a:t>
            </a:r>
            <a:r>
              <a:rPr lang="ko-KR" altLang="en-US" dirty="0"/>
              <a:t> 속성 추출</a:t>
            </a:r>
            <a:endParaRPr lang="en-US" altLang="ko-KR" dirty="0"/>
          </a:p>
          <a:p>
            <a:pPr lvl="2"/>
            <a:r>
              <a:rPr lang="ko-KR" altLang="en-US" dirty="0"/>
              <a:t>명함과 같이 형식에 따라 구성이 달라질 수 있는 경우</a:t>
            </a:r>
            <a:r>
              <a:rPr lang="en-US" altLang="ko-KR" dirty="0"/>
              <a:t>, Plane text</a:t>
            </a:r>
            <a:r>
              <a:rPr lang="ko-KR" altLang="en-US" dirty="0"/>
              <a:t>로 저장</a:t>
            </a:r>
            <a:endParaRPr lang="en-US" altLang="ko-KR" dirty="0"/>
          </a:p>
          <a:p>
            <a:pPr lvl="1"/>
            <a:r>
              <a:rPr lang="ko-KR" altLang="en-US" dirty="0"/>
              <a:t>각 속성별로 가질 수 있는 값의 타입 및 범위 설정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토익 성적은 </a:t>
            </a:r>
            <a:r>
              <a:rPr lang="en-US" altLang="ko-KR" dirty="0"/>
              <a:t>10~990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입력에 의해 정해지는 결과 상태 정의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합격</a:t>
            </a:r>
            <a:r>
              <a:rPr lang="en-US" altLang="ko-KR" dirty="0"/>
              <a:t>/</a:t>
            </a:r>
            <a:r>
              <a:rPr lang="ko-KR" altLang="en-US" dirty="0"/>
              <a:t>불합격</a:t>
            </a:r>
            <a:r>
              <a:rPr lang="en-US" altLang="ko-KR" dirty="0"/>
              <a:t>, </a:t>
            </a:r>
            <a:r>
              <a:rPr lang="ko-KR" altLang="en-US" dirty="0"/>
              <a:t>승인</a:t>
            </a:r>
            <a:r>
              <a:rPr lang="en-US" altLang="ko-KR" dirty="0"/>
              <a:t>/</a:t>
            </a:r>
            <a:r>
              <a:rPr lang="ko-KR" altLang="en-US" dirty="0"/>
              <a:t>반려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  <a:p>
            <a:r>
              <a:rPr lang="ko-KR" altLang="en-US" dirty="0"/>
              <a:t>문서 자체에 대한 유효성</a:t>
            </a:r>
            <a:r>
              <a:rPr lang="en-US" altLang="ko-KR" dirty="0"/>
              <a:t>(</a:t>
            </a:r>
            <a:r>
              <a:rPr lang="ko-KR" altLang="en-US" dirty="0" err="1"/>
              <a:t>위변조</a:t>
            </a:r>
            <a:r>
              <a:rPr lang="ko-KR" altLang="en-US" dirty="0"/>
              <a:t> 여부</a:t>
            </a:r>
            <a:r>
              <a:rPr lang="en-US" altLang="ko-KR" dirty="0"/>
              <a:t>)</a:t>
            </a:r>
            <a:r>
              <a:rPr lang="ko-KR" altLang="en-US" dirty="0"/>
              <a:t> 검사 기능의 도입</a:t>
            </a:r>
            <a:endParaRPr lang="en-US" altLang="ko-KR" dirty="0"/>
          </a:p>
          <a:p>
            <a:pPr lvl="1"/>
            <a:r>
              <a:rPr lang="ko-KR" altLang="en-US" dirty="0"/>
              <a:t>좌표 기반 </a:t>
            </a:r>
            <a:r>
              <a:rPr lang="ko-KR" altLang="en-US" dirty="0" err="1"/>
              <a:t>바운딩</a:t>
            </a:r>
            <a:r>
              <a:rPr lang="ko-KR" altLang="en-US" dirty="0"/>
              <a:t> 박스 처리 로직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토익 성적표의 좌상단에는 </a:t>
            </a:r>
            <a:r>
              <a:rPr lang="en-US" altLang="ko-KR" dirty="0"/>
              <a:t>TOEIC </a:t>
            </a:r>
            <a:r>
              <a:rPr lang="ko-KR" altLang="en-US" dirty="0"/>
              <a:t>로고가 삽입되어 있음</a:t>
            </a:r>
            <a:r>
              <a:rPr lang="en-US" altLang="ko-KR" dirty="0"/>
              <a:t>.)</a:t>
            </a:r>
          </a:p>
          <a:p>
            <a:pPr lvl="1"/>
            <a:r>
              <a:rPr lang="ko-KR" altLang="en-US" dirty="0"/>
              <a:t>구현 방향 미정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8915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49F64-6B59-C560-E329-5980D472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인프라 및 라이브러리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456B8B-652D-ABDB-F4AE-BA37403F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학과 실습서버 </a:t>
            </a:r>
            <a:r>
              <a:rPr lang="en-US" altLang="ko-KR" dirty="0"/>
              <a:t>(A6000 * 7</a:t>
            </a:r>
            <a:r>
              <a:rPr lang="ko-KR" altLang="en-US" dirty="0"/>
              <a:t>장</a:t>
            </a:r>
            <a:r>
              <a:rPr lang="en-US" altLang="ko-KR" dirty="0"/>
              <a:t>) (</a:t>
            </a:r>
            <a:r>
              <a:rPr lang="ko-KR" altLang="en-US" dirty="0"/>
              <a:t>사전예약 후 </a:t>
            </a:r>
            <a:r>
              <a:rPr lang="en-US" altLang="ko-KR" dirty="0"/>
              <a:t>1</a:t>
            </a:r>
            <a:r>
              <a:rPr lang="ko-KR" altLang="en-US" dirty="0"/>
              <a:t>회 최대 </a:t>
            </a:r>
            <a:r>
              <a:rPr lang="en-US" altLang="ko-KR" dirty="0"/>
              <a:t>3</a:t>
            </a:r>
            <a:r>
              <a:rPr lang="ko-KR" altLang="en-US" dirty="0"/>
              <a:t>일 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Docker Container</a:t>
            </a:r>
          </a:p>
          <a:p>
            <a:r>
              <a:rPr lang="en-US" altLang="ko-KR" dirty="0"/>
              <a:t>Model Serving: </a:t>
            </a:r>
            <a:r>
              <a:rPr lang="en-US" altLang="ko-KR" dirty="0" err="1"/>
              <a:t>vllm</a:t>
            </a:r>
            <a:endParaRPr lang="en-US" altLang="ko-KR" dirty="0"/>
          </a:p>
          <a:p>
            <a:r>
              <a:rPr lang="en-US" altLang="ko-KR" dirty="0"/>
              <a:t>Vector DB: milvus</a:t>
            </a:r>
          </a:p>
          <a:p>
            <a:r>
              <a:rPr lang="en-US" altLang="ko-KR" dirty="0"/>
              <a:t>Embedding model: bge-m3</a:t>
            </a:r>
          </a:p>
          <a:p>
            <a:r>
              <a:rPr lang="en-US" altLang="ko-KR" dirty="0"/>
              <a:t>OCR: </a:t>
            </a:r>
            <a:r>
              <a:rPr lang="ko-KR" altLang="en-US" dirty="0"/>
              <a:t>오픈소스 중 확인 예정</a:t>
            </a:r>
            <a:endParaRPr lang="en-US" altLang="ko-KR" dirty="0"/>
          </a:p>
          <a:p>
            <a:r>
              <a:rPr lang="en-US" altLang="ko-KR" dirty="0"/>
              <a:t>Reasoning Model: GPT-OSS-20B </a:t>
            </a:r>
          </a:p>
          <a:p>
            <a:r>
              <a:rPr lang="en-US" altLang="ko-KR" dirty="0"/>
              <a:t>UI </a:t>
            </a:r>
            <a:r>
              <a:rPr lang="ko-KR" altLang="en-US" dirty="0"/>
              <a:t>개발 프레임워크</a:t>
            </a:r>
            <a:r>
              <a:rPr lang="en-US" altLang="ko-KR" dirty="0"/>
              <a:t>: </a:t>
            </a:r>
            <a:r>
              <a:rPr lang="ko-KR" altLang="en-US" dirty="0"/>
              <a:t>미정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3707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63C1-026F-216C-9081-3C0E7A61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7652"/>
          </a:xfrm>
        </p:spPr>
        <p:txBody>
          <a:bodyPr/>
          <a:lstStyle/>
          <a:p>
            <a:pPr algn="ctr"/>
            <a:r>
              <a:rPr lang="ko-KR" altLang="en-US" dirty="0"/>
              <a:t>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감사합니다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25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199</Words>
  <Application>Microsoft Office PowerPoint</Application>
  <PresentationFormat>와이드스크린</PresentationFormat>
  <Paragraphs>35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개별연구 주제발표</vt:lpstr>
      <vt:lpstr>주제 분석</vt:lpstr>
      <vt:lpstr>목표</vt:lpstr>
      <vt:lpstr>인프라 및 라이브러리</vt:lpstr>
      <vt:lpstr>끝  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웅희 이</dc:creator>
  <cp:lastModifiedBy>웅희 이</cp:lastModifiedBy>
  <cp:revision>8</cp:revision>
  <dcterms:created xsi:type="dcterms:W3CDTF">2026-03-10T14:12:23Z</dcterms:created>
  <dcterms:modified xsi:type="dcterms:W3CDTF">2026-03-10T14:41:54Z</dcterms:modified>
</cp:coreProperties>
</file>