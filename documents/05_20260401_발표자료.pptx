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90499"/>
            <a:ext cx="12192000" cy="647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14312"/>
            <a:ext cx="12192000" cy="6429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32171"/>
            <a:ext cx="12192000" cy="63936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17289"/>
            <a:ext cx="12192000" cy="6423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14312"/>
            <a:ext cx="12192000" cy="6429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93476"/>
            <a:ext cx="12192000" cy="647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35148"/>
            <a:ext cx="12192000" cy="6387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29195"/>
            <a:ext cx="12192000" cy="6399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5382"/>
            <a:ext cx="12192000" cy="6447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11335"/>
            <a:ext cx="12192000" cy="64353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11335"/>
            <a:ext cx="12192000" cy="64353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29195"/>
            <a:ext cx="12192000" cy="6399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23242"/>
            <a:ext cx="12192000" cy="6411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2026-03-30T08:01:19.436</dcterms:created>
  <dc:creator>meta</dc:creator>
  <cp:lastModifiedBy>meta</cp:lastModifiedBy>
  <dcterms:modified xsi:type="dcterms:W3CDTF">2026-03-30T08:07:34.121</dcterms:modified>
  <cp:revision>3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