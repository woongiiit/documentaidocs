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84" r:id="rId3"/>
    <p:sldId id="258" r:id="rId4"/>
    <p:sldId id="291" r:id="rId5"/>
    <p:sldId id="285" r:id="rId6"/>
    <p:sldId id="289" r:id="rId7"/>
    <p:sldId id="290" r:id="rId8"/>
    <p:sldId id="275" r:id="rId9"/>
    <p:sldId id="277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247BD98-4529-A259-F02E-D81C6723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>
            <a:extLst>
              <a:ext uri="{FF2B5EF4-FFF2-40B4-BE49-F238E27FC236}">
                <a16:creationId xmlns:a16="http://schemas.microsoft.com/office/drawing/2014/main" id="{7AA92E12-EF5B-6B70-5288-CF2CD15D2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>
            <a:extLst>
              <a:ext uri="{FF2B5EF4-FFF2-40B4-BE49-F238E27FC236}">
                <a16:creationId xmlns:a16="http://schemas.microsoft.com/office/drawing/2014/main" id="{AA1E5F06-DB52-3877-DE65-4C0812005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42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D1DAD9F-2E0A-81D1-65DA-1764B40C8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76FA8119-2653-9CBD-5CDE-FD6E64CA4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0E51F976-B7CE-76D1-2FAE-E3CF88A88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302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E41686A-3CC8-0996-9351-195E0163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B48E31D0-DE10-0B94-FD30-89A28344F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980D0C25-EECD-D975-C3C8-C6245A754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260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3AA66FD-5251-116D-6CF4-82431F9A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BBFF72CB-EE54-A757-8B6F-09FA6DBF0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32B31CED-DAFD-18DB-0F4F-157EF1AE9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038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9F09DEA-BB3F-237C-E9C7-2AA5AA25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98E1CAF2-CBFD-4C74-5B6B-66143CB3A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E32BBA26-11F7-B6F1-E547-92384CCBE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141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yBoW4diQyD9Mh49Cj2kNDhgqEeNOBtHlQCvD1BUuKDQ/edit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</a:t>
            </a:r>
            <a:r>
              <a:rPr lang="en-US" altLang="ko" dirty="0"/>
              <a:t>429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정준호 교수님 개별연구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2020112008 이웅희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주제: 특정 사무프로세스 자동화를 위한 주요모듈 및 UI/UX개선연구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BB0BA4-A692-5F83-418D-3EC64D1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A51CB76-E98D-DE27-1E28-520B431F3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발표 주요 내용 정리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D6D891D-80E7-D80C-243B-BEEE1F0A7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dirty="0"/>
              <a:t>04/22 </a:t>
            </a:r>
            <a:r>
              <a:rPr lang="ko-KR" altLang="en-US" dirty="0"/>
              <a:t>중간고사 기간으로 발표 </a:t>
            </a:r>
            <a:r>
              <a:rPr lang="ko-KR" altLang="en-US" dirty="0" err="1"/>
              <a:t>스킵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100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오늘 발표 주요 내용</a:t>
            </a:r>
            <a:r>
              <a:rPr lang="en-US" altLang="ko" dirty="0"/>
              <a:t> (</a:t>
            </a:r>
            <a:r>
              <a:rPr lang="ko-KR" altLang="en-US" dirty="0"/>
              <a:t>중간발표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ko-KR" altLang="en-US" dirty="0"/>
              <a:t>지금까지의 진행사항 요약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ko-KR" altLang="en-US" dirty="0"/>
              <a:t>차주 진행예정 내용 확인</a:t>
            </a: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30802689-3910-9649-49EE-BC84F680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1CE5CD11-2E6D-FF0E-34E0-BFF931955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지금까지의 진행사항 요약</a:t>
            </a:r>
            <a:r>
              <a:rPr lang="en-US" altLang="ko-KR" dirty="0"/>
              <a:t>_</a:t>
            </a:r>
            <a:r>
              <a:rPr lang="ko-KR" altLang="en-US" dirty="0"/>
              <a:t>스펙 및 프레임워크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2E0F1F0-E7ED-6E12-CDBE-27F374F66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AutoNum type="arabicPeriod"/>
            </a:pPr>
            <a:r>
              <a:rPr lang="ko-KR" altLang="en-US" sz="1500" dirty="0" err="1"/>
              <a:t>도커</a:t>
            </a:r>
            <a:r>
              <a:rPr lang="ko-KR" altLang="en-US" sz="1500" dirty="0"/>
              <a:t> 컨테이너 기반 </a:t>
            </a:r>
            <a:r>
              <a:rPr lang="en-US" altLang="ko-KR" sz="1500" dirty="0" err="1"/>
              <a:t>vllm</a:t>
            </a:r>
            <a:r>
              <a:rPr lang="en-US" altLang="ko-KR" sz="1500" dirty="0"/>
              <a:t> </a:t>
            </a:r>
            <a:r>
              <a:rPr lang="ko-KR" altLang="en-US" sz="1500" dirty="0"/>
              <a:t>모델 및 </a:t>
            </a:r>
            <a:r>
              <a:rPr lang="en-US" altLang="ko-KR" sz="1500" dirty="0" err="1"/>
              <a:t>postgresql</a:t>
            </a:r>
            <a:r>
              <a:rPr lang="en-US" altLang="ko-KR" sz="1500" dirty="0"/>
              <a:t> DB</a:t>
            </a:r>
            <a:r>
              <a:rPr lang="ko-KR" altLang="en-US" sz="1500" dirty="0"/>
              <a:t> 기동</a:t>
            </a:r>
            <a:endParaRPr lang="en-US" altLang="ko-KR" sz="1500" dirty="0"/>
          </a:p>
          <a:p>
            <a:pPr lvl="1">
              <a:buAutoNum type="arabicPeriod"/>
            </a:pPr>
            <a:r>
              <a:rPr lang="ko-KR" altLang="en-US" sz="1100" dirty="0"/>
              <a:t>현재 사용중인 모델</a:t>
            </a:r>
            <a:r>
              <a:rPr lang="en-US" altLang="ko-KR" sz="1100" dirty="0"/>
              <a:t>: Qwen2.5-VL-3B</a:t>
            </a:r>
          </a:p>
          <a:p>
            <a:pPr>
              <a:buAutoNum type="arabicPeriod"/>
            </a:pPr>
            <a:r>
              <a:rPr lang="ko-KR" altLang="en-US" sz="1500" dirty="0" err="1"/>
              <a:t>백엔드</a:t>
            </a:r>
            <a:r>
              <a:rPr lang="en-US" altLang="ko-KR" sz="1500" dirty="0"/>
              <a:t>: express </a:t>
            </a:r>
            <a:r>
              <a:rPr lang="ko-KR" altLang="en-US" sz="1500" dirty="0"/>
              <a:t>기반 서버 </a:t>
            </a:r>
            <a:r>
              <a:rPr lang="en-US" altLang="ko-KR" sz="1500" dirty="0"/>
              <a:t>/ DB ORM: </a:t>
            </a:r>
            <a:r>
              <a:rPr lang="en-US" altLang="ko-KR" sz="1500" dirty="0" err="1"/>
              <a:t>prisma</a:t>
            </a:r>
            <a:endParaRPr lang="en-US" altLang="ko-KR" sz="1500" dirty="0"/>
          </a:p>
          <a:p>
            <a:pPr>
              <a:buAutoNum type="arabicPeriod"/>
            </a:pPr>
            <a:r>
              <a:rPr lang="ko-KR" altLang="en-US" sz="1500" dirty="0" err="1"/>
              <a:t>프론트엔드</a:t>
            </a:r>
            <a:r>
              <a:rPr lang="en-US" altLang="ko-KR" sz="1500" dirty="0"/>
              <a:t>: </a:t>
            </a:r>
            <a:r>
              <a:rPr lang="en-US" altLang="ko-KR" sz="1500" dirty="0" err="1"/>
              <a:t>vite+react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36617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DFB8CB5-D9EE-5461-75F6-B8639DE0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F5AE9DDF-A291-1662-F226-BC9F0800B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지금까지의 진행사항 요약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484F405-F52E-E888-B19E-2AB4E474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altLang="ko-KR" sz="1500" dirty="0"/>
              <a:t>1. </a:t>
            </a:r>
            <a:r>
              <a:rPr lang="ko-KR" altLang="en-US" sz="1500" dirty="0"/>
              <a:t>레이아웃 분석 기능 고도화 </a:t>
            </a:r>
            <a:r>
              <a:rPr lang="en-US" altLang="ko-KR" sz="1500" dirty="0"/>
              <a:t>– </a:t>
            </a:r>
            <a:r>
              <a:rPr lang="ko-KR" altLang="en-US" sz="1500" dirty="0"/>
              <a:t>스키마별 </a:t>
            </a:r>
            <a:r>
              <a:rPr lang="ko-KR" altLang="en-US" sz="1500" dirty="0" err="1"/>
              <a:t>바운딩</a:t>
            </a:r>
            <a:r>
              <a:rPr lang="ko-KR" altLang="en-US" sz="1500" dirty="0"/>
              <a:t> 박스 표시 </a:t>
            </a:r>
            <a:r>
              <a:rPr lang="en-US" altLang="ko-KR" sz="1500" dirty="0"/>
              <a:t>UI </a:t>
            </a:r>
            <a:r>
              <a:rPr lang="ko-KR" altLang="en-US" sz="1500" dirty="0"/>
              <a:t>개발</a:t>
            </a:r>
            <a:r>
              <a:rPr lang="en-US" altLang="ko-KR" sz="1500" dirty="0"/>
              <a:t>/</a:t>
            </a:r>
            <a:r>
              <a:rPr lang="ko-KR" altLang="en-US" sz="1500" dirty="0"/>
              <a:t>개선</a:t>
            </a:r>
            <a:endParaRPr lang="en-US" altLang="ko-KR" sz="15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0CD316-7B18-608E-BF0D-249813060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368" y="1693852"/>
            <a:ext cx="5857263" cy="3387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276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813256E-C999-7E01-B1B5-E697DCD7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E7CB0AA8-6C2E-93B1-11B5-BB743E4643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지금까지의 진행사항 요약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F228B40-5679-8117-2DCD-EB78EE36F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altLang="ko-KR" sz="1500" dirty="0"/>
              <a:t>2. </a:t>
            </a:r>
            <a:r>
              <a:rPr lang="ko-KR" altLang="en-US" sz="1500" dirty="0"/>
              <a:t>레이아웃 분석 기능 고도화 </a:t>
            </a:r>
            <a:r>
              <a:rPr lang="en-US" altLang="ko-KR" sz="1500" dirty="0"/>
              <a:t>– </a:t>
            </a:r>
            <a:r>
              <a:rPr lang="ko-KR" altLang="en-US" sz="1500" dirty="0"/>
              <a:t>스키마 분석 세부화 및 </a:t>
            </a:r>
            <a:r>
              <a:rPr lang="en-US" altLang="ko-KR" sz="1500" dirty="0"/>
              <a:t>Excel Export </a:t>
            </a:r>
            <a:r>
              <a:rPr lang="ko-KR" altLang="en-US" sz="1500" dirty="0"/>
              <a:t>기능 구현</a:t>
            </a:r>
            <a:endParaRPr lang="en-US" altLang="ko-KR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DCD643-A87B-A09F-02EA-9C3FB9C5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13" y="2079803"/>
            <a:ext cx="7814930" cy="8969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49011BA-285E-1950-0025-7CD856C8E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40" y="3368152"/>
            <a:ext cx="8314660" cy="644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814A52-B630-C5F0-5F28-4FAE35708613}"/>
              </a:ext>
            </a:extLst>
          </p:cNvPr>
          <p:cNvSpPr txBox="1"/>
          <p:nvPr/>
        </p:nvSpPr>
        <p:spPr>
          <a:xfrm>
            <a:off x="4180824" y="2976739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개선 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76068-34EE-245D-3EC7-461C3271058D}"/>
              </a:ext>
            </a:extLst>
          </p:cNvPr>
          <p:cNvSpPr txBox="1"/>
          <p:nvPr/>
        </p:nvSpPr>
        <p:spPr>
          <a:xfrm>
            <a:off x="4143879" y="4012522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개선 후</a:t>
            </a:r>
          </a:p>
        </p:txBody>
      </p:sp>
    </p:spTree>
    <p:extLst>
      <p:ext uri="{BB962C8B-B14F-4D97-AF65-F5344CB8AC3E}">
        <p14:creationId xmlns:p14="http://schemas.microsoft.com/office/powerpoint/2010/main" val="300828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0466ACA-6F6F-CA78-79DB-F22A9A30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0331E00A-1D09-57E1-AFD8-4F3EA8638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지금까지의 진행사항 요약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0AA9010-15CC-0EFB-6B99-84816E49B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altLang="ko-KR" sz="1500" dirty="0"/>
              <a:t>3.</a:t>
            </a:r>
            <a:r>
              <a:rPr lang="ko-KR" altLang="en-US" sz="1600" dirty="0"/>
              <a:t> 레이아웃 분석 기능의 여러 문서에 대한 성능 테스트</a:t>
            </a:r>
            <a:r>
              <a:rPr lang="en-US" altLang="ko-KR" sz="1500" dirty="0"/>
              <a:t> </a:t>
            </a:r>
          </a:p>
          <a:p>
            <a:pPr>
              <a:buFontTx/>
              <a:buChar char="-"/>
            </a:pPr>
            <a:r>
              <a:rPr lang="ko-KR" altLang="en-US" sz="1500" dirty="0"/>
              <a:t>테스트 시트 링크</a:t>
            </a:r>
            <a:r>
              <a:rPr lang="en-US" altLang="ko-KR" sz="1500" dirty="0"/>
              <a:t>: </a:t>
            </a:r>
            <a:r>
              <a:rPr lang="en-US" altLang="ko-KR" sz="1500" dirty="0">
                <a:hlinkClick r:id="rId3"/>
              </a:rPr>
              <a:t>https://docs.google.com/spreadsheets/d/1yBoW4diQyD9Mh49Cj2kNDhgqEeNOBtHlQCvD1BUuKDQ/edit?usp=sharing</a:t>
            </a:r>
            <a:endParaRPr lang="en-US" altLang="ko-KR" sz="1500" dirty="0"/>
          </a:p>
          <a:p>
            <a:pPr>
              <a:buFontTx/>
              <a:buChar char="-"/>
            </a:pPr>
            <a:r>
              <a:rPr lang="ko-KR" altLang="en-US" sz="1500" dirty="0"/>
              <a:t>기존 문서</a:t>
            </a:r>
            <a:r>
              <a:rPr lang="en-US" altLang="ko-KR" sz="1500" dirty="0"/>
              <a:t>(</a:t>
            </a:r>
            <a:r>
              <a:rPr lang="ko-KR" altLang="en-US" sz="1500" dirty="0"/>
              <a:t>연구계획서</a:t>
            </a:r>
            <a:r>
              <a:rPr lang="en-US" altLang="ko-KR" sz="1500" dirty="0"/>
              <a:t>) </a:t>
            </a:r>
            <a:r>
              <a:rPr lang="ko-KR" altLang="en-US" sz="1500" dirty="0"/>
              <a:t>외 </a:t>
            </a:r>
            <a:r>
              <a:rPr lang="en-US" altLang="ko-KR" sz="1500" dirty="0"/>
              <a:t>3</a:t>
            </a:r>
            <a:r>
              <a:rPr lang="ko-KR" altLang="en-US" sz="1500" dirty="0"/>
              <a:t>종에 대해 테스트</a:t>
            </a:r>
            <a:endParaRPr lang="en-US" altLang="ko-KR" sz="1500" dirty="0"/>
          </a:p>
          <a:p>
            <a:pPr>
              <a:buFontTx/>
              <a:buChar char="-"/>
            </a:pPr>
            <a:r>
              <a:rPr lang="en-US" altLang="ko-KR" sz="1500" dirty="0"/>
              <a:t>True positive </a:t>
            </a:r>
            <a:r>
              <a:rPr lang="ko-KR" altLang="en-US" sz="1500" dirty="0"/>
              <a:t>평균 </a:t>
            </a:r>
            <a:r>
              <a:rPr lang="en-US" altLang="ko-KR" sz="1500" dirty="0"/>
              <a:t>0.82</a:t>
            </a:r>
            <a:r>
              <a:rPr lang="ko-KR" altLang="en-US" sz="1500" dirty="0"/>
              <a:t>로 준수함</a:t>
            </a:r>
            <a:endParaRPr lang="en-US" altLang="ko-KR" sz="1500" dirty="0"/>
          </a:p>
          <a:p>
            <a:pPr>
              <a:buFontTx/>
              <a:buChar char="-"/>
            </a:pPr>
            <a:r>
              <a:rPr lang="ko-KR" altLang="en-US" sz="1500" dirty="0"/>
              <a:t>추후보완점</a:t>
            </a:r>
            <a:endParaRPr lang="en-US" altLang="ko-KR" sz="1500" dirty="0"/>
          </a:p>
          <a:p>
            <a:pPr lvl="1">
              <a:buFontTx/>
              <a:buChar char="-"/>
            </a:pPr>
            <a:r>
              <a:rPr lang="en-US" altLang="ko-KR" sz="1100" dirty="0"/>
              <a:t>TP</a:t>
            </a:r>
            <a:r>
              <a:rPr lang="ko-KR" altLang="en-US" sz="1100" dirty="0"/>
              <a:t>뿐만 아니라 </a:t>
            </a:r>
            <a:r>
              <a:rPr lang="en-US" altLang="ko-KR" sz="1100" dirty="0"/>
              <a:t>TN,FP,FN </a:t>
            </a:r>
            <a:r>
              <a:rPr lang="ko-KR" altLang="en-US" sz="1100" dirty="0"/>
              <a:t>값 추가 예정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 err="1"/>
              <a:t>버전업</a:t>
            </a:r>
            <a:r>
              <a:rPr lang="ko-KR" altLang="en-US" sz="1100" dirty="0"/>
              <a:t> 될 때마다 시트를 일자 기준으로 새로 만들어 갱신 예정</a:t>
            </a:r>
            <a:endParaRPr lang="en-US" altLang="ko-KR" sz="1100" dirty="0"/>
          </a:p>
          <a:p>
            <a:pPr lvl="1">
              <a:buFontTx/>
              <a:buChar char="-"/>
            </a:pPr>
            <a:endParaRPr lang="en-US" altLang="ko-KR" sz="1100" dirty="0"/>
          </a:p>
          <a:p>
            <a:pPr>
              <a:buFontTx/>
              <a:buChar char="-"/>
            </a:pPr>
            <a:endParaRPr lang="en-US" altLang="ko-KR" sz="1500" dirty="0"/>
          </a:p>
          <a:p>
            <a:pPr marL="114300" indent="0">
              <a:buNone/>
            </a:pPr>
            <a:endParaRPr lang="en-US" altLang="ko-KR" sz="1500" dirty="0"/>
          </a:p>
          <a:p>
            <a:pPr marL="114300" indent="0">
              <a:buNone/>
            </a:pPr>
            <a:endParaRPr lang="en-US" altLang="ko-KR" sz="1500" dirty="0"/>
          </a:p>
          <a:p>
            <a:pPr>
              <a:buAutoNum type="arabicPeriod"/>
            </a:pPr>
            <a:endParaRPr lang="en-US" altLang="ko-KR" sz="1500" dirty="0"/>
          </a:p>
          <a:p>
            <a:pPr marL="114300" indent="0">
              <a:buNone/>
            </a:pPr>
            <a:endParaRPr lang="en-US" altLang="ko-KR" sz="15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3B8ABA-D9DD-BCEC-541C-534E83AFA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364" y="2272144"/>
            <a:ext cx="3751853" cy="19673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530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5</a:t>
            </a:r>
            <a:r>
              <a:rPr lang="ko" dirty="0"/>
              <a:t>월 </a:t>
            </a:r>
            <a:r>
              <a:rPr lang="en-US" altLang="ko" dirty="0"/>
              <a:t>2</a:t>
            </a:r>
            <a:r>
              <a:rPr lang="ko" dirty="0"/>
              <a:t>주차</a:t>
            </a:r>
            <a:endParaRPr lang="en-US" altLang="ko" dirty="0"/>
          </a:p>
          <a:p>
            <a:pPr lvl="1" indent="-342900">
              <a:buSzPts val="1800"/>
              <a:buChar char="●"/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</a:p>
          <a:p>
            <a:pPr lvl="2" indent="-342900">
              <a:buSzPts val="1800"/>
              <a:buChar char="●"/>
            </a:pPr>
            <a:r>
              <a:rPr lang="ko-KR" altLang="en-US" dirty="0"/>
              <a:t>단일 문서가 아닌</a:t>
            </a:r>
            <a:r>
              <a:rPr lang="en-US" altLang="ko-KR" dirty="0"/>
              <a:t>, </a:t>
            </a:r>
            <a:r>
              <a:rPr lang="ko-KR" altLang="en-US" dirty="0"/>
              <a:t>다중 문서 업로드 프로세스에 대해서 아래 내용을 개발</a:t>
            </a:r>
            <a:endParaRPr lang="en-US" altLang="ko-KR" dirty="0"/>
          </a:p>
          <a:p>
            <a:pPr lvl="3" indent="-342900">
              <a:buSzPts val="1800"/>
            </a:pPr>
            <a:r>
              <a:rPr lang="ko-KR" altLang="en-US" dirty="0"/>
              <a:t>여러 일반 사용자가 각자 다중 문서를 업로드할 시</a:t>
            </a:r>
            <a:r>
              <a:rPr lang="en-US" altLang="ko-KR" dirty="0"/>
              <a:t>, </a:t>
            </a:r>
            <a:r>
              <a:rPr lang="ko-KR" altLang="en-US" dirty="0"/>
              <a:t>문서 내용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)</a:t>
            </a:r>
            <a:r>
              <a:rPr lang="ko-KR" altLang="en-US" dirty="0"/>
              <a:t>기반 클러스터링 개발</a:t>
            </a:r>
            <a:endParaRPr lang="en-US" altLang="ko-KR" dirty="0"/>
          </a:p>
          <a:p>
            <a:pPr lvl="3" indent="-342900">
              <a:buSzPts val="1800"/>
            </a:pPr>
            <a:r>
              <a:rPr lang="ko-KR" altLang="en-US" dirty="0"/>
              <a:t>각 클러스터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</a:t>
            </a:r>
            <a:r>
              <a:rPr lang="ko-KR" altLang="en-US" dirty="0"/>
              <a:t>내에서 기존 단일 문서 방식과 같이 내용 저장 기능 개발</a:t>
            </a:r>
            <a:endParaRPr lang="en-US" altLang="ko-KR" dirty="0"/>
          </a:p>
          <a:p>
            <a:pPr lvl="2" indent="-342900">
              <a:buSzPts val="1800"/>
            </a:pPr>
            <a:r>
              <a:rPr lang="en-US" altLang="ko" dirty="0"/>
              <a:t>UI/UX </a:t>
            </a:r>
            <a:r>
              <a:rPr lang="ko-KR" altLang="en-US" dirty="0"/>
              <a:t>개선 적용</a:t>
            </a:r>
            <a:endParaRPr lang="en-US" altLang="ko-KR"/>
          </a:p>
          <a:p>
            <a:pPr marL="1028700" lvl="2" indent="0">
              <a:buSzPts val="1800"/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254</Words>
  <Application>Microsoft Office PowerPoint</Application>
  <PresentationFormat>화면 슬라이드 쇼(16:9)</PresentationFormat>
  <Paragraphs>41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260429</vt:lpstr>
      <vt:lpstr>지난 발표 주요 내용 정리</vt:lpstr>
      <vt:lpstr>오늘 발표 주요 내용 (중간발표)</vt:lpstr>
      <vt:lpstr>지금까지의 진행사항 요약_스펙 및 프레임워크</vt:lpstr>
      <vt:lpstr>지금까지의 진행사항 요약</vt:lpstr>
      <vt:lpstr>지금까지의 진행사항 요약</vt:lpstr>
      <vt:lpstr>지금까지의 진행사항 요약</vt:lpstr>
      <vt:lpstr>차주 상세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WoongHee Lee</cp:lastModifiedBy>
  <cp:revision>69</cp:revision>
  <dcterms:modified xsi:type="dcterms:W3CDTF">2026-04-29T09:02:44Z</dcterms:modified>
</cp:coreProperties>
</file>