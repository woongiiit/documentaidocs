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84" r:id="rId3"/>
    <p:sldId id="258" r:id="rId4"/>
    <p:sldId id="287" r:id="rId5"/>
    <p:sldId id="286" r:id="rId6"/>
    <p:sldId id="288" r:id="rId7"/>
    <p:sldId id="275" r:id="rId8"/>
    <p:sldId id="277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247BD98-4529-A259-F02E-D81C6723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>
            <a:extLst>
              <a:ext uri="{FF2B5EF4-FFF2-40B4-BE49-F238E27FC236}">
                <a16:creationId xmlns:a16="http://schemas.microsoft.com/office/drawing/2014/main" id="{7AA92E12-EF5B-6B70-5288-CF2CD15D2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>
            <a:extLst>
              <a:ext uri="{FF2B5EF4-FFF2-40B4-BE49-F238E27FC236}">
                <a16:creationId xmlns:a16="http://schemas.microsoft.com/office/drawing/2014/main" id="{AA1E5F06-DB52-3877-DE65-4C0812005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42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50B46AA-8615-3EAD-4C90-EFC8A57B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4565E524-6C0E-776D-98EF-9F37C4E15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D8B99A5E-CB74-0642-4CC2-B43A24168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9007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9E6B22D-3B1A-0B9E-B2A3-CD3F151F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C746598A-7A4A-9FB8-3D95-4B5A78914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8D8CD5DC-F947-6124-8405-C3BF10E0B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542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4128FA8-544B-3B6A-EC46-BF74DF78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43CDF91D-7F6F-5EAE-9ACD-1754D0551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312502E1-BA2B-8D8B-5C4B-1F14C4E21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744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260</a:t>
            </a:r>
            <a:r>
              <a:rPr lang="en-US" altLang="ko" dirty="0"/>
              <a:t>604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정준호 교수님 개별연구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2020112008 이웅희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주제: 특정 사무프로세스 자동화를 위한 주요모듈 및 UI/UX개선연구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EBB0BA4-A692-5F83-418D-3EC64D1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A51CB76-E98D-DE27-1E28-520B431F3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지난 발표 주요 내용 정리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D6D891D-80E7-D80C-243B-BEEE1F0A7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/>
              <a:buAutoNum type="arabicPeriod"/>
            </a:pPr>
            <a:r>
              <a:rPr lang="en-US" altLang="ko-KR" dirty="0"/>
              <a:t>UI/UX </a:t>
            </a:r>
            <a:r>
              <a:rPr lang="ko-KR" altLang="en-US" dirty="0"/>
              <a:t>개선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ko-KR" altLang="en-US" dirty="0"/>
              <a:t>공지사항 </a:t>
            </a:r>
            <a:r>
              <a:rPr lang="en-US" altLang="ko-KR" dirty="0"/>
              <a:t>CRUD </a:t>
            </a:r>
            <a:r>
              <a:rPr lang="ko-KR" altLang="en-US" dirty="0"/>
              <a:t>가능한 관리자 페이지 </a:t>
            </a:r>
            <a:r>
              <a:rPr lang="en-US" altLang="ko-KR" dirty="0"/>
              <a:t>UI </a:t>
            </a:r>
            <a:r>
              <a:rPr lang="ko-KR" altLang="en-US" dirty="0"/>
              <a:t>개발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en-US" altLang="ko-KR" dirty="0"/>
              <a:t>Git-Railway CI/CD </a:t>
            </a:r>
            <a:r>
              <a:rPr lang="ko-KR" altLang="en-US" dirty="0"/>
              <a:t>파이프라인 활용 배포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en-US" altLang="ko-KR" dirty="0"/>
              <a:t>05/26 </a:t>
            </a:r>
            <a:r>
              <a:rPr lang="ko-KR" altLang="en-US" dirty="0"/>
              <a:t>예정되어 있던 서면 보고를 실수로 누락하여</a:t>
            </a:r>
            <a:r>
              <a:rPr lang="en-US" altLang="ko-KR" dirty="0"/>
              <a:t>, </a:t>
            </a:r>
            <a:r>
              <a:rPr lang="ko-KR" altLang="en-US" dirty="0"/>
              <a:t>이번 자료에 내용을 통합하여 보고 드립니다</a:t>
            </a:r>
            <a:r>
              <a:rPr lang="en-US" altLang="ko-KR" dirty="0"/>
              <a:t>.</a:t>
            </a:r>
          </a:p>
          <a:p>
            <a:pPr>
              <a:buFont typeface="Arial"/>
              <a:buAutoNum type="arabicPeriod"/>
            </a:pPr>
            <a:endParaRPr lang="en-US" altLang="ko-KR" dirty="0"/>
          </a:p>
          <a:p>
            <a:pPr lvl="2">
              <a:buFont typeface="Arial"/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100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오늘 발표 주요 내용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/>
              <a:buAutoNum type="arabicPeriod"/>
            </a:pPr>
            <a:r>
              <a:rPr lang="ko-KR" altLang="en-US" dirty="0"/>
              <a:t>성능 고도화 목적 실험 진행</a:t>
            </a:r>
            <a:endParaRPr lang="en-US" altLang="ko-KR" dirty="0"/>
          </a:p>
          <a:p>
            <a:pPr lvl="1">
              <a:buFont typeface="Arial"/>
              <a:buAutoNum type="arabicPeriod"/>
            </a:pPr>
            <a:r>
              <a:rPr lang="ko-KR" altLang="en-US" dirty="0"/>
              <a:t>배포 환경에서의 시간 측정을 위한 </a:t>
            </a:r>
            <a:r>
              <a:rPr lang="en-US" altLang="ko-KR" dirty="0"/>
              <a:t>UI</a:t>
            </a:r>
            <a:r>
              <a:rPr lang="ko-KR" altLang="en-US" dirty="0"/>
              <a:t> 개발</a:t>
            </a:r>
            <a:endParaRPr lang="en-US" altLang="ko-KR" dirty="0"/>
          </a:p>
          <a:p>
            <a:pPr lvl="1">
              <a:buFont typeface="Arial"/>
              <a:buAutoNum type="arabicPeriod"/>
            </a:pPr>
            <a:r>
              <a:rPr lang="ko-KR" altLang="en-US" dirty="0"/>
              <a:t>템플릿 분석 엔진 선택 </a:t>
            </a:r>
            <a:r>
              <a:rPr lang="en-US" altLang="ko-KR" dirty="0"/>
              <a:t>UI</a:t>
            </a:r>
            <a:r>
              <a:rPr lang="ko-KR" altLang="en-US" dirty="0"/>
              <a:t>추가 </a:t>
            </a:r>
            <a:r>
              <a:rPr lang="en-US" altLang="ko-KR" dirty="0"/>
              <a:t>-&gt; </a:t>
            </a:r>
            <a:r>
              <a:rPr lang="ko-KR" altLang="en-US" dirty="0"/>
              <a:t>향후 방식별 성능 평가 용이 목적</a:t>
            </a:r>
            <a:endParaRPr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0ADFC95-AA35-E1A5-FDD6-96C56241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8232E5F6-64DF-01F1-6921-D5539462B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시간측정 </a:t>
            </a:r>
            <a:r>
              <a:rPr lang="en-US" altLang="ko-KR" dirty="0"/>
              <a:t>UI </a:t>
            </a:r>
            <a:r>
              <a:rPr lang="ko-KR" altLang="en-US" dirty="0"/>
              <a:t>추가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B7BFAFF-54EF-6297-DA5F-8564BB7EE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50DCEE-EE93-32DA-F815-5FB533B2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09" y="1239271"/>
            <a:ext cx="6751782" cy="266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1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BE1876D-B857-34A2-D63A-9315FD7B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6082D64F-FF48-4B2A-C0B9-DEC3841F0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시간측정 </a:t>
            </a:r>
            <a:r>
              <a:rPr lang="en-US" altLang="ko-KR" dirty="0"/>
              <a:t>UI </a:t>
            </a:r>
            <a:r>
              <a:rPr lang="ko-KR" altLang="en-US" dirty="0"/>
              <a:t>추가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9D71EBA5-6F67-144C-194A-D3D2815C8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ADF960-5FFF-9AF4-D523-6417B8BEC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85" y="958346"/>
            <a:ext cx="4210430" cy="337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4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FDDEE68-20D2-D1B9-B717-950687AF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5C5AE2CF-6681-24A7-953A-F24BB7F73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성능 비교를 위한 </a:t>
            </a:r>
            <a:r>
              <a:rPr lang="en-US" altLang="ko-KR" dirty="0"/>
              <a:t>Naver Donut/HF Inference API </a:t>
            </a:r>
            <a:r>
              <a:rPr lang="ko-KR" altLang="en-US" dirty="0"/>
              <a:t>연동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FA820E0-DD1F-7338-B2DD-7715677B9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65F79B-1D3B-14AD-F2CE-42F06ADDC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91" y="970975"/>
            <a:ext cx="7116618" cy="335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0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차주 상세 계획</a:t>
            </a:r>
            <a:endParaRPr dirty="0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" dirty="0"/>
              <a:t>6</a:t>
            </a:r>
            <a:r>
              <a:rPr lang="ko" dirty="0"/>
              <a:t>월 </a:t>
            </a:r>
            <a:r>
              <a:rPr lang="en-US" altLang="ko" dirty="0"/>
              <a:t>2</a:t>
            </a:r>
            <a:r>
              <a:rPr lang="ko" dirty="0"/>
              <a:t>주차</a:t>
            </a:r>
            <a:endParaRPr lang="en-US" altLang="ko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관리자 페이지</a:t>
            </a:r>
            <a:r>
              <a:rPr lang="en-US" altLang="ko-KR" dirty="0"/>
              <a:t>-</a:t>
            </a:r>
            <a:r>
              <a:rPr lang="ko-KR" altLang="en-US" dirty="0"/>
              <a:t>레이아웃 분석 방법</a:t>
            </a:r>
            <a:r>
              <a:rPr lang="en-US" altLang="ko-KR" dirty="0"/>
              <a:t>(3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r>
              <a:rPr lang="ko-KR" altLang="en-US" dirty="0"/>
              <a:t>별 성능 평가 대시보드 마련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단일 문서 대상 방법별 레이아웃 분석 성능 평가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en-US" altLang="ko-KR" dirty="0"/>
              <a:t>6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주차 내용 </a:t>
            </a:r>
            <a:r>
              <a:rPr lang="ko-KR" altLang="en-US" err="1"/>
              <a:t>운영계</a:t>
            </a:r>
            <a:r>
              <a:rPr lang="ko-KR" altLang="en-US"/>
              <a:t> 배포</a:t>
            </a:r>
            <a:endParaRPr lang="en-US" altLang="ko-KR" dirty="0"/>
          </a:p>
          <a:p>
            <a:pPr marL="1028700" lvl="2" indent="0">
              <a:buSzPts val="1800"/>
              <a:buNone/>
            </a:pPr>
            <a:endParaRPr lang="en-US" altLang="ko-K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142</Words>
  <Application>Microsoft Office PowerPoint</Application>
  <PresentationFormat>화면 슬라이드 쇼(16:9)</PresentationFormat>
  <Paragraphs>23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260604</vt:lpstr>
      <vt:lpstr>지난 발표 주요 내용 정리</vt:lpstr>
      <vt:lpstr>오늘 발표 주요 내용</vt:lpstr>
      <vt:lpstr>시간측정 UI 추가</vt:lpstr>
      <vt:lpstr>시간측정 UI 추가</vt:lpstr>
      <vt:lpstr>성능 비교를 위한 Naver Donut/HF Inference API 연동</vt:lpstr>
      <vt:lpstr>차주 상세 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WoongHee Lee</cp:lastModifiedBy>
  <cp:revision>143</cp:revision>
  <dcterms:modified xsi:type="dcterms:W3CDTF">2026-06-04T04:22:25Z</dcterms:modified>
</cp:coreProperties>
</file>