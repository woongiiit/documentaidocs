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84" r:id="rId3"/>
    <p:sldId id="258" r:id="rId4"/>
    <p:sldId id="285" r:id="rId5"/>
    <p:sldId id="286" r:id="rId6"/>
    <p:sldId id="287" r:id="rId7"/>
    <p:sldId id="288" r:id="rId8"/>
    <p:sldId id="275" r:id="rId9"/>
    <p:sldId id="277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6" y="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247BD98-4529-A259-F02E-D81C6723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92cc2d5_0_6:notes">
            <a:extLst>
              <a:ext uri="{FF2B5EF4-FFF2-40B4-BE49-F238E27FC236}">
                <a16:creationId xmlns:a16="http://schemas.microsoft.com/office/drawing/2014/main" id="{7AA92E12-EF5B-6B70-5288-CF2CD15D2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92cc2d5_0_6:notes">
            <a:extLst>
              <a:ext uri="{FF2B5EF4-FFF2-40B4-BE49-F238E27FC236}">
                <a16:creationId xmlns:a16="http://schemas.microsoft.com/office/drawing/2014/main" id="{AA1E5F06-DB52-3877-DE65-4C0812005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427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E41686A-3CC8-0996-9351-195E0163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B48E31D0-DE10-0B94-FD30-89A28344F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980D0C25-EECD-D975-C3C8-C6245A754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260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FC67A353-85FC-E0CA-8BA5-3AABA626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5FC56054-0879-E9B2-D9C7-ED85BA39A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DB92D4FA-B107-EDF0-B0E3-C0B144927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276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E8E32473-90E1-DC2E-4EF0-756B631F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A3D5729C-876E-FF5B-EA3E-90971630CF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9B70B779-1189-9CFA-3D44-F7D34D214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4793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59E78FE-36FD-AD70-ECE9-34471C87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>
            <a:extLst>
              <a:ext uri="{FF2B5EF4-FFF2-40B4-BE49-F238E27FC236}">
                <a16:creationId xmlns:a16="http://schemas.microsoft.com/office/drawing/2014/main" id="{C62B2860-1099-6BE3-E07B-943C8B335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>
            <a:extLst>
              <a:ext uri="{FF2B5EF4-FFF2-40B4-BE49-F238E27FC236}">
                <a16:creationId xmlns:a16="http://schemas.microsoft.com/office/drawing/2014/main" id="{150E604F-7136-BF71-5BF0-EACBE533AF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2833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792cc2d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0792cc2d5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792cc2d5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0792cc2d5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yBoW4diQyD9Mh49Cj2kNDhgqEeNOBtHlQCvD1BUuKDQ/edit?usp=shar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260</a:t>
            </a:r>
            <a:r>
              <a:rPr lang="en-US" altLang="ko" dirty="0"/>
              <a:t>415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정준호 교수님 개별연구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2020112008 이웅희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주제: 특정 사무프로세스 자동화를 위한 주요모듈 및 UI/UX개선연구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EBB0BA4-A692-5F83-418D-3EC64D1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FA51CB76-E98D-DE27-1E28-520B431F3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지난 발표 주요 내용 정리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D6D891D-80E7-D80C-243B-BEEE1F0A7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ko-KR" dirty="0"/>
              <a:t>04/08 </a:t>
            </a:r>
            <a:r>
              <a:rPr lang="ko-KR" altLang="en-US" dirty="0"/>
              <a:t>서면보고 진행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8100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오늘 발표 주요 내용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/>
              <a:buAutoNum type="arabicPeriod"/>
            </a:pPr>
            <a:r>
              <a:rPr lang="ko-KR" altLang="en-US" dirty="0"/>
              <a:t>연구계획서 외에도 여러 정형문서 양식으로 테스트해보며 추출 품질 확인 진행 </a:t>
            </a:r>
            <a:r>
              <a:rPr lang="en-US" altLang="ko-KR" dirty="0"/>
              <a:t>(</a:t>
            </a:r>
            <a:r>
              <a:rPr lang="ko-KR" altLang="en-US" dirty="0"/>
              <a:t>산출물</a:t>
            </a:r>
            <a:r>
              <a:rPr lang="en-US" altLang="ko-KR" dirty="0"/>
              <a:t>: </a:t>
            </a:r>
            <a:r>
              <a:rPr lang="ko-KR" altLang="en-US" dirty="0"/>
              <a:t>테스트 시트</a:t>
            </a:r>
            <a:r>
              <a:rPr lang="en-US" altLang="ko-KR" dirty="0"/>
              <a:t>)</a:t>
            </a:r>
          </a:p>
          <a:p>
            <a:pPr>
              <a:buFont typeface="Arial"/>
              <a:buAutoNum type="arabicPeriod"/>
            </a:pPr>
            <a:r>
              <a:rPr lang="ko-KR" altLang="en-US" dirty="0"/>
              <a:t>분석된 스키마를 저장한 뒤</a:t>
            </a:r>
            <a:r>
              <a:rPr lang="en-US" altLang="ko-KR" dirty="0"/>
              <a:t>, </a:t>
            </a:r>
            <a:r>
              <a:rPr lang="ko-KR" altLang="en-US" dirty="0"/>
              <a:t>일반사용자들이 업로드한 문서들을 대상으로 </a:t>
            </a:r>
            <a:r>
              <a:rPr lang="en-US" altLang="ko-KR" dirty="0"/>
              <a:t>Key-value</a:t>
            </a:r>
            <a:r>
              <a:rPr lang="ko-KR" altLang="en-US" dirty="0"/>
              <a:t>를 추출하여 하나의 엑셀 시트로 저장하는 기능</a:t>
            </a:r>
            <a:r>
              <a:rPr lang="en-US" altLang="ko-KR" dirty="0"/>
              <a:t> </a:t>
            </a:r>
            <a:r>
              <a:rPr lang="ko-KR" altLang="en-US" dirty="0"/>
              <a:t>개발</a:t>
            </a:r>
            <a:endParaRPr lang="en-US" altLang="ko-KR" dirty="0"/>
          </a:p>
          <a:p>
            <a:pPr>
              <a:buFont typeface="Arial"/>
              <a:buAutoNum type="arabicPeriod"/>
            </a:pPr>
            <a:endParaRPr lang="en-US" altLang="ko-KR" dirty="0"/>
          </a:p>
          <a:p>
            <a:pPr>
              <a:buAutoNum type="arabicPeriod"/>
            </a:pPr>
            <a:endParaRPr lang="en-US" altLang="ko-K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DFB8CB5-D9EE-5461-75F6-B8639DE0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F5AE9DDF-A291-1662-F226-BC9F0800B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레이아웃 분석 기능의 여러 문서에 대한 성능 테스트</a:t>
            </a:r>
            <a:endParaRPr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E484F405-F52E-E888-B19E-2AB4E474E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AutoNum type="arabicPeriod"/>
            </a:pPr>
            <a:r>
              <a:rPr lang="ko-KR" altLang="en-US" sz="1500" dirty="0"/>
              <a:t>테스트 시트 링크</a:t>
            </a:r>
            <a:r>
              <a:rPr lang="en-US" altLang="ko-KR" sz="1500" dirty="0"/>
              <a:t>: </a:t>
            </a:r>
            <a:r>
              <a:rPr lang="en-US" altLang="ko-KR" sz="1500" dirty="0">
                <a:hlinkClick r:id="rId3"/>
              </a:rPr>
              <a:t>https://docs.google.com/spreadsheets/d/1yBoW4diQyD9Mh49Cj2kNDhgqEeNOBtHlQCvD1BUuKDQ/edit?usp=sharing</a:t>
            </a:r>
            <a:endParaRPr lang="en-US" altLang="ko-KR" sz="1500" dirty="0"/>
          </a:p>
          <a:p>
            <a:pPr>
              <a:buAutoNum type="arabicPeriod"/>
            </a:pPr>
            <a:r>
              <a:rPr lang="ko-KR" altLang="en-US" sz="1500" dirty="0"/>
              <a:t>기존 문서</a:t>
            </a:r>
            <a:r>
              <a:rPr lang="en-US" altLang="ko-KR" sz="1500" dirty="0"/>
              <a:t>(</a:t>
            </a:r>
            <a:r>
              <a:rPr lang="ko-KR" altLang="en-US" sz="1500" dirty="0"/>
              <a:t>연구계획서</a:t>
            </a:r>
            <a:r>
              <a:rPr lang="en-US" altLang="ko-KR" sz="1500" dirty="0"/>
              <a:t>) </a:t>
            </a:r>
            <a:r>
              <a:rPr lang="ko-KR" altLang="en-US" sz="1500" dirty="0"/>
              <a:t>외 </a:t>
            </a:r>
            <a:r>
              <a:rPr lang="en-US" altLang="ko-KR" sz="1500" dirty="0"/>
              <a:t>3</a:t>
            </a:r>
            <a:r>
              <a:rPr lang="ko-KR" altLang="en-US" sz="1500" dirty="0"/>
              <a:t>종에 대해 테스트</a:t>
            </a:r>
            <a:endParaRPr lang="en-US" altLang="ko-KR" sz="1500" dirty="0"/>
          </a:p>
          <a:p>
            <a:pPr>
              <a:buAutoNum type="arabicPeriod"/>
            </a:pPr>
            <a:r>
              <a:rPr lang="en-US" altLang="ko-KR" sz="1500" dirty="0"/>
              <a:t>True positive </a:t>
            </a:r>
            <a:r>
              <a:rPr lang="ko-KR" altLang="en-US" sz="1500" dirty="0"/>
              <a:t>평균 </a:t>
            </a:r>
            <a:r>
              <a:rPr lang="en-US" altLang="ko-KR" sz="1500" dirty="0"/>
              <a:t>0.82</a:t>
            </a:r>
            <a:r>
              <a:rPr lang="ko-KR" altLang="en-US" sz="1500" dirty="0"/>
              <a:t>로 준수함</a:t>
            </a:r>
            <a:endParaRPr lang="en-US" altLang="ko-KR" sz="1500" dirty="0"/>
          </a:p>
          <a:p>
            <a:pPr>
              <a:buAutoNum type="arabicPeriod"/>
            </a:pPr>
            <a:r>
              <a:rPr lang="ko-KR" altLang="en-US" sz="1500" dirty="0"/>
              <a:t>추후보완점</a:t>
            </a:r>
            <a:endParaRPr lang="en-US" altLang="ko-KR" sz="1500" dirty="0"/>
          </a:p>
          <a:p>
            <a:pPr lvl="1">
              <a:buAutoNum type="arabicPeriod"/>
            </a:pPr>
            <a:r>
              <a:rPr lang="en-US" altLang="ko-KR" sz="1100" dirty="0"/>
              <a:t> TP</a:t>
            </a:r>
            <a:r>
              <a:rPr lang="ko-KR" altLang="en-US" sz="1100" dirty="0"/>
              <a:t>뿐만 아니라 </a:t>
            </a:r>
            <a:r>
              <a:rPr lang="en-US" altLang="ko-KR" sz="1100" dirty="0"/>
              <a:t>TN,FP,FN </a:t>
            </a:r>
            <a:r>
              <a:rPr lang="ko-KR" altLang="en-US" sz="1100" dirty="0"/>
              <a:t>값 추가 예정</a:t>
            </a:r>
            <a:endParaRPr lang="en-US" altLang="ko-KR" sz="1100" dirty="0"/>
          </a:p>
          <a:p>
            <a:pPr lvl="1">
              <a:buAutoNum type="arabicPeriod"/>
            </a:pPr>
            <a:r>
              <a:rPr lang="ko-KR" altLang="en-US" sz="1100" dirty="0" err="1"/>
              <a:t>버전업</a:t>
            </a:r>
            <a:r>
              <a:rPr lang="ko-KR" altLang="en-US" sz="1100" dirty="0"/>
              <a:t> 될 때마다 시트를 일자 기준으로 새로 만들어 갱신 예정</a:t>
            </a:r>
            <a:endParaRPr lang="en-US" altLang="ko-KR" sz="1100" dirty="0"/>
          </a:p>
          <a:p>
            <a:pPr>
              <a:buAutoNum type="arabicPeriod"/>
            </a:pP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3962762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2E4BF396-7AC6-DDFB-E0C7-854CB62B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9223B488-1BE9-A37E-A9CB-8E5B317F5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단일 문서 업로드 프로세스의 엑셀 </a:t>
            </a:r>
            <a:r>
              <a:rPr lang="en-US" altLang="ko-KR" dirty="0"/>
              <a:t>exports </a:t>
            </a:r>
            <a:r>
              <a:rPr lang="ko-KR" altLang="en-US" dirty="0"/>
              <a:t>기능 개발</a:t>
            </a:r>
            <a:endParaRPr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2EAB1E2E-28DC-5C04-2232-6D74FAE42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AutoNum type="arabicPeriod"/>
            </a:pPr>
            <a:r>
              <a:rPr lang="ko-KR" altLang="en-US" sz="1500" dirty="0"/>
              <a:t>관리자가 만든 단일 문서 업로드 프로세스에 일반 사용자들이 문서를 업로드</a:t>
            </a:r>
            <a:endParaRPr lang="en-US" altLang="ko-KR" sz="1500" dirty="0"/>
          </a:p>
          <a:p>
            <a:pPr>
              <a:buAutoNum type="arabicPeriod"/>
            </a:pPr>
            <a:r>
              <a:rPr lang="ko-KR" altLang="en-US" sz="1500" dirty="0"/>
              <a:t>관리자는 해당 문서의 템플릿</a:t>
            </a:r>
            <a:r>
              <a:rPr lang="en-US" altLang="ko-KR" sz="1500" dirty="0"/>
              <a:t>(</a:t>
            </a:r>
            <a:r>
              <a:rPr lang="ko-KR" altLang="en-US" sz="1500" dirty="0"/>
              <a:t>양식</a:t>
            </a:r>
            <a:r>
              <a:rPr lang="en-US" altLang="ko-KR" sz="1500" dirty="0"/>
              <a:t>)</a:t>
            </a:r>
            <a:r>
              <a:rPr lang="ko-KR" altLang="en-US" sz="1500" dirty="0"/>
              <a:t>을 </a:t>
            </a:r>
            <a:r>
              <a:rPr lang="en-US" altLang="ko-KR" sz="1500" dirty="0"/>
              <a:t>[</a:t>
            </a:r>
            <a:r>
              <a:rPr lang="ko-KR" altLang="en-US" sz="1500" dirty="0"/>
              <a:t>레이아웃 분석</a:t>
            </a:r>
            <a:r>
              <a:rPr lang="en-US" altLang="ko-KR" sz="1500" dirty="0"/>
              <a:t>]</a:t>
            </a:r>
            <a:r>
              <a:rPr lang="ko-KR" altLang="en-US" sz="1500" dirty="0"/>
              <a:t>에서 스키마 추출 후 저장</a:t>
            </a:r>
            <a:endParaRPr lang="en-US" altLang="ko-KR" sz="1500" dirty="0"/>
          </a:p>
          <a:p>
            <a:pPr>
              <a:buAutoNum type="arabicPeriod"/>
            </a:pPr>
            <a:r>
              <a:rPr lang="ko-KR" altLang="en-US" sz="1500" dirty="0"/>
              <a:t>저장한 스키마 기반으로 </a:t>
            </a:r>
            <a:r>
              <a:rPr lang="ko-KR" altLang="en-US" sz="1500" dirty="0" err="1"/>
              <a:t>업로드된</a:t>
            </a:r>
            <a:r>
              <a:rPr lang="ko-KR" altLang="en-US" sz="1500" dirty="0"/>
              <a:t> 일반 사용자들의 제출 문서들의 값을 추출하여 엑셀로 저장</a:t>
            </a:r>
            <a:endParaRPr lang="en-US" altLang="ko-KR" sz="1500" dirty="0"/>
          </a:p>
          <a:p>
            <a:pPr>
              <a:buAutoNum type="arabicPeriod"/>
            </a:pPr>
            <a:r>
              <a:rPr lang="en-US" altLang="ko-KR" sz="1500" dirty="0"/>
              <a:t>ZIP</a:t>
            </a:r>
            <a:r>
              <a:rPr lang="ko-KR" altLang="en-US" sz="1500" dirty="0"/>
              <a:t>으로 문서 압축 파일 저장 가능</a:t>
            </a:r>
            <a:endParaRPr lang="en-US" altLang="ko-KR" sz="15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2096ED-ABB0-F6AB-7F28-28226E04C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336" y="2750512"/>
            <a:ext cx="4003964" cy="18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03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AB469F4-8DCE-0CAD-886A-968445E4A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8717F9E9-8CF9-3F2F-89D2-8F7500BBDA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단일 문서 업로드 프로세스의 엑셀 </a:t>
            </a:r>
            <a:r>
              <a:rPr lang="en-US" altLang="ko-KR" dirty="0"/>
              <a:t>exports </a:t>
            </a:r>
            <a:r>
              <a:rPr lang="ko-KR" altLang="en-US" dirty="0"/>
              <a:t>기능 개발</a:t>
            </a:r>
            <a:endParaRPr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37C823EC-0FE0-1A61-FD91-08958C243B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AutoNum type="arabicPeriod"/>
            </a:pPr>
            <a:r>
              <a:rPr lang="ko-KR" altLang="en-US" sz="1500" dirty="0"/>
              <a:t>추출되는 파일들</a:t>
            </a:r>
            <a:r>
              <a:rPr lang="en-US" altLang="ko-KR" sz="1500" dirty="0"/>
              <a:t>(</a:t>
            </a:r>
            <a:r>
              <a:rPr lang="ko-KR" altLang="en-US" sz="1500" dirty="0"/>
              <a:t>엑셀</a:t>
            </a:r>
            <a:r>
              <a:rPr lang="en-US" altLang="ko-KR" sz="1500" dirty="0"/>
              <a:t>, ZIP)</a:t>
            </a:r>
            <a:r>
              <a:rPr lang="ko-KR" altLang="en-US" sz="1500" dirty="0"/>
              <a:t>의 네이밍 규칙은 </a:t>
            </a:r>
            <a:r>
              <a:rPr lang="en-US" altLang="ko-KR" sz="1500" dirty="0"/>
              <a:t>{</a:t>
            </a:r>
            <a:r>
              <a:rPr lang="ko-KR" altLang="en-US" sz="1500" dirty="0"/>
              <a:t>프로세스명</a:t>
            </a:r>
            <a:r>
              <a:rPr lang="en-US" altLang="ko-KR" sz="1500" dirty="0"/>
              <a:t>}-YYYY-MM-</a:t>
            </a:r>
            <a:r>
              <a:rPr lang="en-US" altLang="ko-KR" sz="1500" dirty="0" err="1"/>
              <a:t>DD.type</a:t>
            </a:r>
            <a:endParaRPr lang="en-US" altLang="ko-KR" sz="15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19D80E-2BE4-C6BD-2BD8-66DF8F208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402" y="2143065"/>
            <a:ext cx="2314898" cy="8573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66044C-0027-E0F2-046C-8326FC8C7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40" y="1990516"/>
            <a:ext cx="5725324" cy="299126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1754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E79C60F-7D3A-2B17-8047-EFA3E84E7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6BD3113B-5447-FFA4-8062-8FB831F9B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단일 문서 업로드 프로세스의 엑셀 </a:t>
            </a:r>
            <a:r>
              <a:rPr lang="en-US" altLang="ko-KR" dirty="0"/>
              <a:t>exports </a:t>
            </a:r>
            <a:r>
              <a:rPr lang="ko-KR" altLang="en-US" dirty="0"/>
              <a:t>기능 개발</a:t>
            </a:r>
            <a:endParaRPr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A6DB5D8B-6FA4-DCFD-6B67-2A6708102E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AutoNum type="arabicPeriod"/>
            </a:pPr>
            <a:r>
              <a:rPr lang="ko-KR" altLang="en-US" sz="1500" dirty="0"/>
              <a:t>일반 사용자가 프로세스에 맞지 않은 문서를 올린 경우</a:t>
            </a:r>
            <a:r>
              <a:rPr lang="en-US" altLang="ko-KR" sz="1500" dirty="0"/>
              <a:t>, </a:t>
            </a:r>
            <a:r>
              <a:rPr lang="ko-KR" altLang="en-US" sz="1500" dirty="0"/>
              <a:t>당연히 스키마가 다르므로 엑셀에서 각 값이 공란으로 표시</a:t>
            </a:r>
            <a:endParaRPr lang="en-US" altLang="ko-KR" sz="1500" dirty="0"/>
          </a:p>
          <a:p>
            <a:pPr>
              <a:buAutoNum type="arabicPeriod"/>
            </a:pPr>
            <a:r>
              <a:rPr lang="ko-KR" altLang="en-US" sz="1500" dirty="0"/>
              <a:t>프로세스에 맞는 문서 업로드 시</a:t>
            </a:r>
            <a:r>
              <a:rPr lang="en-US" altLang="ko-KR" sz="1500" dirty="0"/>
              <a:t>, </a:t>
            </a:r>
            <a:r>
              <a:rPr lang="ko-KR" altLang="en-US" sz="1500" dirty="0"/>
              <a:t>미리 저장한 스키마에 해당하는 값들이 잘 저장되는 것을 확인</a:t>
            </a:r>
            <a:endParaRPr lang="en-US" altLang="ko-KR" sz="15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9011BA-285E-1950-0025-7CD856C8E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40" y="2626758"/>
            <a:ext cx="8314660" cy="6443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2226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차주 상세 계획</a:t>
            </a:r>
            <a:endParaRPr dirty="0"/>
          </a:p>
        </p:txBody>
      </p:sp>
      <p:sp>
        <p:nvSpPr>
          <p:cNvPr id="170" name="Google Shape;17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" dirty="0"/>
              <a:t>4</a:t>
            </a:r>
            <a:r>
              <a:rPr lang="ko" dirty="0"/>
              <a:t>월 </a:t>
            </a:r>
            <a:r>
              <a:rPr lang="en-US" altLang="ko" dirty="0"/>
              <a:t>4</a:t>
            </a:r>
            <a:r>
              <a:rPr lang="ko" dirty="0"/>
              <a:t>주차</a:t>
            </a:r>
            <a:endParaRPr lang="en-US" altLang="ko" dirty="0"/>
          </a:p>
          <a:p>
            <a:pPr lvl="1" indent="-342900">
              <a:buSzPts val="1800"/>
              <a:buChar char="●"/>
            </a:pPr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ko-KR" altLang="en-US" dirty="0"/>
              <a:t>단일 문서가 아닌</a:t>
            </a:r>
            <a:r>
              <a:rPr lang="en-US" altLang="ko-KR" dirty="0"/>
              <a:t>, </a:t>
            </a:r>
            <a:r>
              <a:rPr lang="ko-KR" altLang="en-US" dirty="0"/>
              <a:t>다중 문서 업로드 프로세스에 대해서 아래 내용을 개발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r>
              <a:rPr lang="ko-KR" altLang="en-US" dirty="0"/>
              <a:t>여러 일반 사용자가 각자 다중 문서를 업로드할 시</a:t>
            </a:r>
            <a:r>
              <a:rPr lang="en-US" altLang="ko-KR" dirty="0"/>
              <a:t>, </a:t>
            </a:r>
            <a:r>
              <a:rPr lang="ko-KR" altLang="en-US" dirty="0"/>
              <a:t>문서 내용</a:t>
            </a:r>
            <a:r>
              <a:rPr lang="en-US" altLang="ko-KR" dirty="0"/>
              <a:t>(</a:t>
            </a:r>
            <a:r>
              <a:rPr lang="ko-KR" altLang="en-US" dirty="0"/>
              <a:t>구조</a:t>
            </a:r>
            <a:r>
              <a:rPr lang="en-US" altLang="ko-KR" dirty="0"/>
              <a:t>)</a:t>
            </a:r>
            <a:r>
              <a:rPr lang="ko-KR" altLang="en-US" dirty="0"/>
              <a:t>기반 클러스터링 개발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r>
              <a:rPr lang="ko-KR" altLang="en-US" dirty="0"/>
              <a:t>각 클러스터</a:t>
            </a:r>
            <a:r>
              <a:rPr lang="en-US" altLang="ko-KR" dirty="0"/>
              <a:t>(</a:t>
            </a:r>
            <a:r>
              <a:rPr lang="ko-KR" altLang="en-US" dirty="0"/>
              <a:t>카테고리</a:t>
            </a:r>
            <a:r>
              <a:rPr lang="en-US" altLang="ko-KR" dirty="0"/>
              <a:t>) </a:t>
            </a:r>
            <a:r>
              <a:rPr lang="ko-KR" altLang="en-US" dirty="0"/>
              <a:t>내에서 기존 단일 문서 방식과 같이 내용 저장 기능 개발</a:t>
            </a:r>
            <a:endParaRPr lang="en-US" altLang="ko-KR" dirty="0"/>
          </a:p>
          <a:p>
            <a:pPr lvl="1" indent="-342900">
              <a:buSzPts val="1800"/>
              <a:buChar char="●"/>
            </a:pPr>
            <a:r>
              <a:rPr lang="ko-KR" altLang="en-US" dirty="0"/>
              <a:t>예상되는 제한사항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r>
              <a:rPr lang="ko-KR" altLang="en-US" dirty="0"/>
              <a:t>시험주간 도래에 의해 차주 계획으로 미뤄질 가능성이 있음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r>
              <a:rPr lang="ko-KR" altLang="en-US" dirty="0"/>
              <a:t>이 경우</a:t>
            </a:r>
            <a:r>
              <a:rPr lang="en-US" altLang="ko-KR" dirty="0"/>
              <a:t>, </a:t>
            </a:r>
            <a:r>
              <a:rPr lang="ko-KR" altLang="en-US" dirty="0"/>
              <a:t>초기 </a:t>
            </a:r>
            <a:r>
              <a:rPr lang="en-US" altLang="ko-KR" dirty="0"/>
              <a:t>WBS</a:t>
            </a:r>
            <a:r>
              <a:rPr lang="ko-KR" altLang="en-US" dirty="0"/>
              <a:t>에서 상정한 </a:t>
            </a:r>
            <a:r>
              <a:rPr lang="en-US" altLang="ko-KR"/>
              <a:t>Buffer Week </a:t>
            </a:r>
            <a:r>
              <a:rPr lang="ko-KR" altLang="en-US"/>
              <a:t>소모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endParaRPr lang="ko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끝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329</Words>
  <Application>Microsoft Office PowerPoint</Application>
  <PresentationFormat>화면 슬라이드 쇼(16:9)</PresentationFormat>
  <Paragraphs>36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260415</vt:lpstr>
      <vt:lpstr>지난 발표 주요 내용 정리</vt:lpstr>
      <vt:lpstr>오늘 발표 주요 내용</vt:lpstr>
      <vt:lpstr>레이아웃 분석 기능의 여러 문서에 대한 성능 테스트</vt:lpstr>
      <vt:lpstr>단일 문서 업로드 프로세스의 엑셀 exports 기능 개발</vt:lpstr>
      <vt:lpstr>단일 문서 업로드 프로세스의 엑셀 exports 기능 개발</vt:lpstr>
      <vt:lpstr>단일 문서 업로드 프로세스의 엑셀 exports 기능 개발</vt:lpstr>
      <vt:lpstr>차주 상세 계획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WoongHee Lee</cp:lastModifiedBy>
  <cp:revision>51</cp:revision>
  <dcterms:modified xsi:type="dcterms:W3CDTF">2026-04-16T08:26:19Z</dcterms:modified>
</cp:coreProperties>
</file>